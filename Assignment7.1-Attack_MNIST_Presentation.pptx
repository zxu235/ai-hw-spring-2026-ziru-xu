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1"/>
    <p:sldMasterId id="2147483678" r:id="rId2"/>
    <p:sldMasterId id="2147483707" r:id="rId3"/>
  </p:sldMasterIdLst>
  <p:notesMasterIdLst>
    <p:notesMasterId r:id="rId10"/>
  </p:notesMasterIdLst>
  <p:sldIdLst>
    <p:sldId id="256" r:id="rId4"/>
    <p:sldId id="258" r:id="rId5"/>
    <p:sldId id="259" r:id="rId6"/>
    <p:sldId id="265" r:id="rId7"/>
    <p:sldId id="261" r:id="rId8"/>
    <p:sldId id="262" r:id="rId9"/>
  </p:sldIdLst>
  <p:sldSz cx="12188825"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711"/>
    <p:restoredTop sz="94666"/>
  </p:normalViewPr>
  <p:slideViewPr>
    <p:cSldViewPr snapToGrid="0" snapToObjects="1">
      <p:cViewPr varScale="1">
        <p:scale>
          <a:sx n="93" d="100"/>
          <a:sy n="93" d="100"/>
        </p:scale>
        <p:origin x="240" y="68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5.xml"/><Relationship Id="rId13" Type="http://schemas.openxmlformats.org/officeDocument/2006/relationships/theme" Target="theme/theme1.xml"/><Relationship Id="rId3" Type="http://schemas.openxmlformats.org/officeDocument/2006/relationships/slideMaster" Target="slideMasters/slideMaster3.xml"/><Relationship Id="rId7" Type="http://schemas.openxmlformats.org/officeDocument/2006/relationships/slide" Target="slides/slide4.xml"/><Relationship Id="rId12" Type="http://schemas.openxmlformats.org/officeDocument/2006/relationships/viewProps" Target="viewProps.xml"/><Relationship Id="rId2" Type="http://schemas.openxmlformats.org/officeDocument/2006/relationships/slideMaster" Target="slideMasters/slideMaster2.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presProps" Target="presProps.xml"/><Relationship Id="rId5" Type="http://schemas.openxmlformats.org/officeDocument/2006/relationships/slide" Target="slides/slide2.xml"/><Relationship Id="rId10" Type="http://schemas.openxmlformats.org/officeDocument/2006/relationships/notesMaster" Target="notesMasters/notesMaster1.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C8396E9-43EF-7E4F-8CCE-54570B0AB4EB}" type="datetimeFigureOut">
              <a:rPr lang="en-US" smtClean="0"/>
              <a:t>5/30/26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270B60B-44A9-7F47-8298-E0EB77EACFE7}" type="slidenum">
              <a:rPr lang="en-US" smtClean="0"/>
              <a:t>‹#›</a:t>
            </a:fld>
            <a:endParaRPr lang="en-US"/>
          </a:p>
        </p:txBody>
      </p:sp>
    </p:spTree>
    <p:extLst>
      <p:ext uri="{BB962C8B-B14F-4D97-AF65-F5344CB8AC3E}">
        <p14:creationId xmlns:p14="http://schemas.microsoft.com/office/powerpoint/2010/main" val="20235508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mc:Choice xmlns:a14="http://schemas.microsoft.com/office/drawing/2010/main" Requires="a14">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Alpha is the </a:t>
                </a:r>
                <a:r>
                  <a:rPr lang="en-US" sz="1200" b="1" i="0" kern="1200" dirty="0">
                    <a:solidFill>
                      <a:schemeClr val="tx1"/>
                    </a:solidFill>
                    <a:effectLst/>
                    <a:latin typeface="+mn-lt"/>
                    <a:ea typeface="+mn-ea"/>
                    <a:cs typeface="+mn-cs"/>
                  </a:rPr>
                  <a:t>per-step perturbation size</a:t>
                </a:r>
                <a:r>
                  <a:rPr lang="en-US" sz="1200" b="0" i="0" kern="1200" dirty="0">
                    <a:solidFill>
                      <a:schemeClr val="tx1"/>
                    </a:solidFill>
                    <a:effectLst/>
                    <a:latin typeface="+mn-lt"/>
                    <a:ea typeface="+mn-ea"/>
                    <a:cs typeface="+mn-cs"/>
                  </a:rPr>
                  <a:t> in the iterative attacks , think of it as the learning rate for the attack</a:t>
                </a:r>
              </a:p>
              <a:p>
                <a:r>
                  <a:rPr lang="en-US" sz="1200" b="0" i="0" kern="1200" dirty="0">
                    <a:solidFill>
                      <a:schemeClr val="tx1"/>
                    </a:solidFill>
                    <a:effectLst/>
                    <a:latin typeface="+mn-lt"/>
                    <a:ea typeface="+mn-ea"/>
                    <a:cs typeface="+mn-cs"/>
                  </a:rPr>
                  <a:t>Mu is momentum decay — 1.0 means full carry of all past gradients (no decay)</a:t>
                </a:r>
              </a:p>
              <a:p>
                <a:r>
                  <a:rPr lang="en-US" sz="1200" b="0" i="0" kern="1200" dirty="0">
                    <a:solidFill>
                      <a:schemeClr val="tx1"/>
                    </a:solidFill>
                    <a:effectLst/>
                    <a:latin typeface="+mn-lt"/>
                    <a:ea typeface="+mn-ea"/>
                    <a:cs typeface="+mn-cs"/>
                  </a:rPr>
                  <a:t>Without it (plain I-FGSM), every attack starts from the exact same point </a:t>
                </a:r>
                <a14:m>
                  <m:oMath xmlns:m="http://schemas.openxmlformats.org/officeDocument/2006/math">
                    <m:r>
                      <a:rPr lang="en-US" sz="1200" i="1" kern="1200">
                        <a:solidFill>
                          <a:schemeClr val="tx1"/>
                        </a:solidFill>
                        <a:latin typeface="+mn-lt"/>
                        <a:ea typeface="+mn-ea"/>
                        <a:cs typeface="+mn-cs"/>
                      </a:rPr>
                      <m:t>𝑥</m:t>
                    </m:r>
                  </m:oMath>
                </a14:m>
                <a:r>
                  <a:rPr lang="en-US" sz="1200" b="0" i="0" kern="1200" dirty="0">
                    <a:solidFill>
                      <a:schemeClr val="tx1"/>
                    </a:solidFill>
                    <a:effectLst/>
                    <a:latin typeface="+mn-lt"/>
                    <a:ea typeface="+mn-ea"/>
                    <a:cs typeface="+mn-cs"/>
                  </a:rPr>
                  <a:t> and follows the same gradient — so it always finds the same local maximum of the loss. With random </a:t>
                </a:r>
                <a:r>
                  <a:rPr lang="en-US" sz="1200" b="0" i="0" kern="1200" dirty="0" err="1">
                    <a:solidFill>
                      <a:schemeClr val="tx1"/>
                    </a:solidFill>
                    <a:effectLst/>
                    <a:latin typeface="+mn-lt"/>
                    <a:ea typeface="+mn-ea"/>
                    <a:cs typeface="+mn-cs"/>
                  </a:rPr>
                  <a:t>initialisation</a:t>
                </a:r>
                <a:r>
                  <a:rPr lang="en-US" sz="1200" b="0" i="0" kern="1200" dirty="0">
                    <a:solidFill>
                      <a:schemeClr val="tx1"/>
                    </a:solidFill>
                    <a:effectLst/>
                    <a:latin typeface="+mn-lt"/>
                    <a:ea typeface="+mn-ea"/>
                    <a:cs typeface="+mn-cs"/>
                  </a:rPr>
                  <a:t>, each run starts from a different corner of the </a:t>
                </a:r>
                <a:r>
                  <a:rPr lang="el-GR" sz="1200" b="0" i="0" kern="1200" dirty="0">
                    <a:solidFill>
                      <a:schemeClr val="tx1"/>
                    </a:solidFill>
                    <a:effectLst/>
                    <a:latin typeface="+mn-lt"/>
                    <a:ea typeface="+mn-ea"/>
                    <a:cs typeface="+mn-cs"/>
                  </a:rPr>
                  <a:t>ε-</a:t>
                </a:r>
                <a:r>
                  <a:rPr lang="en-US" sz="1200" b="0" i="0" kern="1200" dirty="0">
                    <a:solidFill>
                      <a:schemeClr val="tx1"/>
                    </a:solidFill>
                    <a:effectLst/>
                    <a:latin typeface="+mn-lt"/>
                    <a:ea typeface="+mn-ea"/>
                    <a:cs typeface="+mn-cs"/>
                  </a:rPr>
                  <a:t>ball and explores a different path:</a:t>
                </a:r>
                <a:endParaRPr lang="en-US" dirty="0"/>
              </a:p>
            </p:txBody>
          </p:sp>
        </mc:Choice>
        <mc:Fallback>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Alpha is the </a:t>
                </a:r>
                <a:r>
                  <a:rPr lang="en-US" sz="1200" b="1" i="0" kern="1200" dirty="0">
                    <a:solidFill>
                      <a:schemeClr val="tx1"/>
                    </a:solidFill>
                    <a:effectLst/>
                    <a:latin typeface="+mn-lt"/>
                    <a:ea typeface="+mn-ea"/>
                    <a:cs typeface="+mn-cs"/>
                  </a:rPr>
                  <a:t>per-step perturbation size</a:t>
                </a:r>
                <a:r>
                  <a:rPr lang="en-US" sz="1200" b="0" i="0" kern="1200" dirty="0">
                    <a:solidFill>
                      <a:schemeClr val="tx1"/>
                    </a:solidFill>
                    <a:effectLst/>
                    <a:latin typeface="+mn-lt"/>
                    <a:ea typeface="+mn-ea"/>
                    <a:cs typeface="+mn-cs"/>
                  </a:rPr>
                  <a:t> in the iterative attacks , think of it as the learning rate for the attack</a:t>
                </a:r>
              </a:p>
              <a:p>
                <a:r>
                  <a:rPr lang="en-US" sz="1200" b="0" i="0" kern="1200" dirty="0">
                    <a:solidFill>
                      <a:schemeClr val="tx1"/>
                    </a:solidFill>
                    <a:effectLst/>
                    <a:latin typeface="+mn-lt"/>
                    <a:ea typeface="+mn-ea"/>
                    <a:cs typeface="+mn-cs"/>
                  </a:rPr>
                  <a:t>Mu is momentum decay — 1.0 means full carry of all past gradients (no decay)</a:t>
                </a:r>
              </a:p>
              <a:p>
                <a:r>
                  <a:rPr lang="en-US" sz="1200" b="0" i="0" kern="1200" dirty="0">
                    <a:solidFill>
                      <a:schemeClr val="tx1"/>
                    </a:solidFill>
                    <a:effectLst/>
                    <a:latin typeface="+mn-lt"/>
                    <a:ea typeface="+mn-ea"/>
                    <a:cs typeface="+mn-cs"/>
                  </a:rPr>
                  <a:t>Without it (plain I-FGSM), every attack starts from the exact same point </a:t>
                </a:r>
                <a:r>
                  <a:rPr lang="en-US" sz="1200" i="0" kern="1200">
                    <a:solidFill>
                      <a:schemeClr val="tx1"/>
                    </a:solidFill>
                    <a:latin typeface="+mn-lt"/>
                    <a:ea typeface="+mn-ea"/>
                    <a:cs typeface="+mn-cs"/>
                  </a:rPr>
                  <a:t>𝑥</a:t>
                </a:r>
                <a:r>
                  <a:rPr lang="en-US" sz="1200" b="0" i="0" kern="1200" dirty="0">
                    <a:solidFill>
                      <a:schemeClr val="tx1"/>
                    </a:solidFill>
                    <a:effectLst/>
                    <a:latin typeface="+mn-lt"/>
                    <a:ea typeface="+mn-ea"/>
                    <a:cs typeface="+mn-cs"/>
                  </a:rPr>
                  <a:t> and follows the same gradient — so it always finds the same local maximum of the loss. With random </a:t>
                </a:r>
                <a:r>
                  <a:rPr lang="en-US" sz="1200" b="0" i="0" kern="1200" dirty="0" err="1">
                    <a:solidFill>
                      <a:schemeClr val="tx1"/>
                    </a:solidFill>
                    <a:effectLst/>
                    <a:latin typeface="+mn-lt"/>
                    <a:ea typeface="+mn-ea"/>
                    <a:cs typeface="+mn-cs"/>
                  </a:rPr>
                  <a:t>initialisation</a:t>
                </a:r>
                <a:r>
                  <a:rPr lang="en-US" sz="1200" b="0" i="0" kern="1200" dirty="0">
                    <a:solidFill>
                      <a:schemeClr val="tx1"/>
                    </a:solidFill>
                    <a:effectLst/>
                    <a:latin typeface="+mn-lt"/>
                    <a:ea typeface="+mn-ea"/>
                    <a:cs typeface="+mn-cs"/>
                  </a:rPr>
                  <a:t>, each run starts from a different corner of the </a:t>
                </a:r>
                <a:r>
                  <a:rPr lang="el-GR" sz="1200" b="0" i="0" kern="1200" dirty="0">
                    <a:solidFill>
                      <a:schemeClr val="tx1"/>
                    </a:solidFill>
                    <a:effectLst/>
                    <a:latin typeface="+mn-lt"/>
                    <a:ea typeface="+mn-ea"/>
                    <a:cs typeface="+mn-cs"/>
                  </a:rPr>
                  <a:t>ε-</a:t>
                </a:r>
                <a:r>
                  <a:rPr lang="en-US" sz="1200" b="0" i="0" kern="1200" dirty="0">
                    <a:solidFill>
                      <a:schemeClr val="tx1"/>
                    </a:solidFill>
                    <a:effectLst/>
                    <a:latin typeface="+mn-lt"/>
                    <a:ea typeface="+mn-ea"/>
                    <a:cs typeface="+mn-cs"/>
                  </a:rPr>
                  <a:t>ball and explores a different path:</a:t>
                </a:r>
                <a:endParaRPr lang="en-US" dirty="0"/>
              </a:p>
            </p:txBody>
          </p:sp>
        </mc:Fallback>
      </mc:AlternateContent>
      <p:sp>
        <p:nvSpPr>
          <p:cNvPr id="4" name="Slide Number Placeholder 3"/>
          <p:cNvSpPr>
            <a:spLocks noGrp="1"/>
          </p:cNvSpPr>
          <p:nvPr>
            <p:ph type="sldNum" sz="quarter" idx="5"/>
          </p:nvPr>
        </p:nvSpPr>
        <p:spPr/>
        <p:txBody>
          <a:bodyPr/>
          <a:lstStyle/>
          <a:p>
            <a:fld id="{1270B60B-44A9-7F47-8298-E0EB77EACFE7}" type="slidenum">
              <a:rPr lang="en-US" smtClean="0"/>
              <a:t>3</a:t>
            </a:fld>
            <a:endParaRPr lang="en-US"/>
          </a:p>
        </p:txBody>
      </p:sp>
    </p:spTree>
    <p:extLst>
      <p:ext uri="{BB962C8B-B14F-4D97-AF65-F5344CB8AC3E}">
        <p14:creationId xmlns:p14="http://schemas.microsoft.com/office/powerpoint/2010/main" val="22261453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27C3B8-4ABC-39CB-BF78-F3E35065F52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FA72B47-9F21-1D1A-479F-C88DC3A2E38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96A854D-E5D3-AA92-51DF-F0798CD1385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94A15A6-5CC6-66FD-1565-3C5576FAD60A}"/>
              </a:ext>
            </a:extLst>
          </p:cNvPr>
          <p:cNvSpPr>
            <a:spLocks noGrp="1"/>
          </p:cNvSpPr>
          <p:nvPr>
            <p:ph type="sldNum" sz="quarter" idx="5"/>
          </p:nvPr>
        </p:nvSpPr>
        <p:spPr/>
        <p:txBody>
          <a:bodyPr/>
          <a:lstStyle/>
          <a:p>
            <a:fld id="{1270B60B-44A9-7F47-8298-E0EB77EACFE7}" type="slidenum">
              <a:rPr lang="en-US" smtClean="0"/>
              <a:t>4</a:t>
            </a:fld>
            <a:endParaRPr lang="en-US"/>
          </a:p>
        </p:txBody>
      </p:sp>
    </p:spTree>
    <p:extLst>
      <p:ext uri="{BB962C8B-B14F-4D97-AF65-F5344CB8AC3E}">
        <p14:creationId xmlns:p14="http://schemas.microsoft.com/office/powerpoint/2010/main" val="316645810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3.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3.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3.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3.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3.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IT Generic Footer">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24C8BFEF-7BC2-F4A8-777B-982A1199413B}"/>
              </a:ext>
            </a:extLst>
          </p:cNvPr>
          <p:cNvSpPr>
            <a:spLocks noGrp="1"/>
          </p:cNvSpPr>
          <p:nvPr>
            <p:ph type="body" sz="quarter" idx="10" hasCustomPrompt="1"/>
          </p:nvPr>
        </p:nvSpPr>
        <p:spPr>
          <a:xfrm>
            <a:off x="457081" y="203200"/>
            <a:ext cx="7533901" cy="541338"/>
          </a:xfrm>
          <a:prstGeom prst="rect">
            <a:avLst/>
          </a:prstGeom>
        </p:spPr>
        <p:txBody>
          <a:bodyPr anchor="ctr"/>
          <a:lstStyle>
            <a:lvl1pPr marL="0" indent="0">
              <a:buNone/>
              <a:defRPr>
                <a:solidFill>
                  <a:schemeClr val="bg1"/>
                </a:solidFill>
                <a:latin typeface="+mj-lt"/>
              </a:defRPr>
            </a:lvl1pPr>
            <a:lvl2pPr marL="457063" indent="0">
              <a:buNone/>
              <a:defRPr>
                <a:solidFill>
                  <a:schemeClr val="bg1"/>
                </a:solidFill>
              </a:defRPr>
            </a:lvl2pPr>
            <a:lvl3pPr marL="914126" indent="0">
              <a:buNone/>
              <a:defRPr>
                <a:solidFill>
                  <a:schemeClr val="bg1"/>
                </a:solidFill>
              </a:defRPr>
            </a:lvl3pPr>
            <a:lvl4pPr marL="1371189" indent="0">
              <a:buNone/>
              <a:defRPr>
                <a:solidFill>
                  <a:schemeClr val="bg1"/>
                </a:solidFill>
              </a:defRPr>
            </a:lvl4pPr>
            <a:lvl5pPr marL="1828251" indent="0">
              <a:buNone/>
              <a:defRPr>
                <a:solidFill>
                  <a:schemeClr val="bg1"/>
                </a:solidFill>
              </a:defRPr>
            </a:lvl5pPr>
          </a:lstStyle>
          <a:p>
            <a:pPr lvl="0"/>
            <a:r>
              <a:rPr lang="en-US"/>
              <a:t>Click to edit slide title</a:t>
            </a:r>
          </a:p>
        </p:txBody>
      </p:sp>
      <p:sp>
        <p:nvSpPr>
          <p:cNvPr id="7" name="Content Placeholder 6">
            <a:extLst>
              <a:ext uri="{FF2B5EF4-FFF2-40B4-BE49-F238E27FC236}">
                <a16:creationId xmlns:a16="http://schemas.microsoft.com/office/drawing/2014/main" id="{9B133F49-F944-AAE0-F7A1-007F18F8ACEC}"/>
              </a:ext>
            </a:extLst>
          </p:cNvPr>
          <p:cNvSpPr>
            <a:spLocks noGrp="1"/>
          </p:cNvSpPr>
          <p:nvPr>
            <p:ph sz="quarter" idx="11" hasCustomPrompt="1"/>
          </p:nvPr>
        </p:nvSpPr>
        <p:spPr>
          <a:xfrm>
            <a:off x="457082" y="1227138"/>
            <a:ext cx="11342377" cy="5054600"/>
          </a:xfrm>
          <a:prstGeom prst="rect">
            <a:avLst/>
          </a:prstGeom>
        </p:spPr>
        <p:txBody>
          <a:bodyPr/>
          <a:lstStyle>
            <a:lvl1pPr marL="0" indent="0">
              <a:buNone/>
              <a:defRPr/>
            </a:lvl1pPr>
          </a:lstStyle>
          <a:p>
            <a:pPr lvl="0"/>
            <a:r>
              <a:rPr lang="en-US"/>
              <a:t>Click to edit slide content</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34131001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p:cSld name="Customizable Name">
    <p:spTree>
      <p:nvGrpSpPr>
        <p:cNvPr id="1" name=""/>
        <p:cNvGrpSpPr/>
        <p:nvPr/>
      </p:nvGrpSpPr>
      <p:grpSpPr>
        <a:xfrm>
          <a:off x="0" y="0"/>
          <a:ext cx="0" cy="0"/>
          <a:chOff x="0" y="0"/>
          <a:chExt cx="0" cy="0"/>
        </a:xfrm>
      </p:grpSpPr>
      <p:pic>
        <p:nvPicPr>
          <p:cNvPr id="2" name="Picture 1" descr="Graphical user interface&#10;&#10;Description automatically generated with low confidence">
            <a:extLst>
              <a:ext uri="{FF2B5EF4-FFF2-40B4-BE49-F238E27FC236}">
                <a16:creationId xmlns:a16="http://schemas.microsoft.com/office/drawing/2014/main" id="{0304A662-1C6F-58E7-327E-0BD1668AB17B}"/>
              </a:ext>
            </a:extLst>
          </p:cNvPr>
          <p:cNvPicPr>
            <a:picLocks noChangeAspect="1"/>
          </p:cNvPicPr>
          <p:nvPr/>
        </p:nvPicPr>
        <p:blipFill>
          <a:blip r:embed="rId2"/>
          <a:stretch>
            <a:fillRect/>
          </a:stretch>
        </p:blipFill>
        <p:spPr>
          <a:xfrm>
            <a:off x="0" y="0"/>
            <a:ext cx="12188825" cy="6858000"/>
          </a:xfrm>
          <a:prstGeom prst="rect">
            <a:avLst/>
          </a:prstGeom>
        </p:spPr>
      </p:pic>
      <p:sp>
        <p:nvSpPr>
          <p:cNvPr id="3" name="TextBox 2">
            <a:extLst>
              <a:ext uri="{FF2B5EF4-FFF2-40B4-BE49-F238E27FC236}">
                <a16:creationId xmlns:a16="http://schemas.microsoft.com/office/drawing/2014/main" id="{96800A64-842E-B75F-EB60-D962B578FF6A}"/>
              </a:ext>
            </a:extLst>
          </p:cNvPr>
          <p:cNvSpPr txBox="1"/>
          <p:nvPr/>
        </p:nvSpPr>
        <p:spPr>
          <a:xfrm>
            <a:off x="5916658" y="6412469"/>
            <a:ext cx="558654" cy="276999"/>
          </a:xfrm>
          <a:prstGeom prst="rect">
            <a:avLst/>
          </a:prstGeom>
          <a:noFill/>
        </p:spPr>
        <p:txBody>
          <a:bodyPr wrap="square" rtlCol="0">
            <a:spAutoFit/>
          </a:bodyPr>
          <a:lstStyle/>
          <a:p>
            <a:fld id="{5E10DED2-F0BD-48AD-B262-DCA3F2B5B873}" type="slidenum">
              <a:rPr lang="en-US" sz="1200" smtClean="0">
                <a:latin typeface="+mj-lt"/>
              </a:rPr>
              <a:t>‹#›</a:t>
            </a:fld>
            <a:endParaRPr lang="en-US" sz="1799">
              <a:latin typeface="+mj-lt"/>
            </a:endParaRPr>
          </a:p>
        </p:txBody>
      </p:sp>
      <p:sp>
        <p:nvSpPr>
          <p:cNvPr id="8" name="Text Placeholder 7">
            <a:extLst>
              <a:ext uri="{FF2B5EF4-FFF2-40B4-BE49-F238E27FC236}">
                <a16:creationId xmlns:a16="http://schemas.microsoft.com/office/drawing/2014/main" id="{174B0CE8-B6EC-C64A-67F1-3D4BF3E5A21B}"/>
              </a:ext>
            </a:extLst>
          </p:cNvPr>
          <p:cNvSpPr>
            <a:spLocks noGrp="1"/>
          </p:cNvSpPr>
          <p:nvPr>
            <p:ph type="body" sz="quarter" idx="13" hasCustomPrompt="1"/>
          </p:nvPr>
        </p:nvSpPr>
        <p:spPr>
          <a:xfrm>
            <a:off x="11361727" y="6356096"/>
            <a:ext cx="742017" cy="352425"/>
          </a:xfrm>
          <a:solidFill>
            <a:schemeClr val="bg1"/>
          </a:solidFill>
        </p:spPr>
        <p:txBody>
          <a:bodyPr>
            <a:normAutofit/>
          </a:bodyPr>
          <a:lstStyle>
            <a:lvl1pPr>
              <a:defRPr sz="500"/>
            </a:lvl1pPr>
            <a:lvl2pPr>
              <a:defRPr sz="400"/>
            </a:lvl2pPr>
            <a:lvl3pPr marL="0" indent="0">
              <a:lnSpc>
                <a:spcPct val="100000"/>
              </a:lnSpc>
              <a:spcBef>
                <a:spcPts val="0"/>
              </a:spcBef>
              <a:buNone/>
              <a:defRPr sz="800" b="1">
                <a:solidFill>
                  <a:schemeClr val="bg1">
                    <a:lumMod val="75000"/>
                  </a:schemeClr>
                </a:solidFill>
              </a:defRPr>
            </a:lvl3pPr>
          </a:lstStyle>
          <a:p>
            <a:pPr lvl="2"/>
            <a:r>
              <a:rPr lang="en-US" sz="800"/>
              <a:t>Team </a:t>
            </a:r>
          </a:p>
          <a:p>
            <a:pPr lvl="2"/>
            <a:r>
              <a:rPr lang="en-US" sz="800"/>
              <a:t>Name</a:t>
            </a:r>
            <a:endParaRPr lang="en-US"/>
          </a:p>
        </p:txBody>
      </p:sp>
      <p:sp>
        <p:nvSpPr>
          <p:cNvPr id="10" name="Text Placeholder 4">
            <a:extLst>
              <a:ext uri="{FF2B5EF4-FFF2-40B4-BE49-F238E27FC236}">
                <a16:creationId xmlns:a16="http://schemas.microsoft.com/office/drawing/2014/main" id="{112847C0-3671-B70C-028A-4A1F5A476DAA}"/>
              </a:ext>
            </a:extLst>
          </p:cNvPr>
          <p:cNvSpPr>
            <a:spLocks noGrp="1"/>
          </p:cNvSpPr>
          <p:nvPr>
            <p:ph type="body" sz="quarter" idx="10" hasCustomPrompt="1"/>
          </p:nvPr>
        </p:nvSpPr>
        <p:spPr>
          <a:xfrm>
            <a:off x="457081" y="203200"/>
            <a:ext cx="7533901" cy="541338"/>
          </a:xfrm>
          <a:prstGeom prst="rect">
            <a:avLst/>
          </a:prstGeom>
        </p:spPr>
        <p:txBody>
          <a:bodyPr anchor="ctr"/>
          <a:lstStyle>
            <a:lvl1pPr marL="0" indent="0">
              <a:buNone/>
              <a:defRPr>
                <a:solidFill>
                  <a:schemeClr val="bg1"/>
                </a:solidFill>
                <a:latin typeface="+mj-lt"/>
              </a:defRPr>
            </a:lvl1pPr>
            <a:lvl2pPr marL="457063" indent="0">
              <a:buNone/>
              <a:defRPr>
                <a:solidFill>
                  <a:schemeClr val="bg1"/>
                </a:solidFill>
              </a:defRPr>
            </a:lvl2pPr>
            <a:lvl3pPr marL="914126" indent="0">
              <a:buNone/>
              <a:defRPr>
                <a:solidFill>
                  <a:schemeClr val="bg1"/>
                </a:solidFill>
              </a:defRPr>
            </a:lvl3pPr>
            <a:lvl4pPr marL="1371189" indent="0">
              <a:buNone/>
              <a:defRPr>
                <a:solidFill>
                  <a:schemeClr val="bg1"/>
                </a:solidFill>
              </a:defRPr>
            </a:lvl4pPr>
            <a:lvl5pPr marL="1828251" indent="0">
              <a:buNone/>
              <a:defRPr>
                <a:solidFill>
                  <a:schemeClr val="bg1"/>
                </a:solidFill>
              </a:defRPr>
            </a:lvl5pPr>
          </a:lstStyle>
          <a:p>
            <a:pPr lvl="0"/>
            <a:r>
              <a:rPr lang="en-US"/>
              <a:t>Click to edit slide title</a:t>
            </a:r>
          </a:p>
        </p:txBody>
      </p:sp>
      <p:sp>
        <p:nvSpPr>
          <p:cNvPr id="4" name="Content Placeholder 6">
            <a:extLst>
              <a:ext uri="{FF2B5EF4-FFF2-40B4-BE49-F238E27FC236}">
                <a16:creationId xmlns:a16="http://schemas.microsoft.com/office/drawing/2014/main" id="{F5CB0BB7-761F-E4BD-1C94-D98669D6AA28}"/>
              </a:ext>
            </a:extLst>
          </p:cNvPr>
          <p:cNvSpPr>
            <a:spLocks noGrp="1"/>
          </p:cNvSpPr>
          <p:nvPr>
            <p:ph sz="quarter" idx="11" hasCustomPrompt="1"/>
          </p:nvPr>
        </p:nvSpPr>
        <p:spPr>
          <a:xfrm>
            <a:off x="457082" y="1227138"/>
            <a:ext cx="11342377" cy="5054600"/>
          </a:xfrm>
          <a:prstGeom prst="rect">
            <a:avLst/>
          </a:prstGeom>
        </p:spPr>
        <p:txBody>
          <a:bodyPr/>
          <a:lstStyle>
            <a:lvl1pPr marL="0" indent="0">
              <a:buNone/>
              <a:defRPr/>
            </a:lvl1pPr>
          </a:lstStyle>
          <a:p>
            <a:pPr lvl="0"/>
            <a:r>
              <a:rPr lang="en-US"/>
              <a:t>Click to edit slide content</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24432791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p:cSld name="No Footer">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C5C91F3-D7D6-3174-3F53-E5BE5774414A}"/>
              </a:ext>
            </a:extLst>
          </p:cNvPr>
          <p:cNvPicPr>
            <a:picLocks noChangeAspect="1"/>
          </p:cNvPicPr>
          <p:nvPr/>
        </p:nvPicPr>
        <p:blipFill>
          <a:blip r:embed="rId2"/>
          <a:stretch>
            <a:fillRect/>
          </a:stretch>
        </p:blipFill>
        <p:spPr>
          <a:xfrm>
            <a:off x="0" y="0"/>
            <a:ext cx="12188825" cy="6858000"/>
          </a:xfrm>
          <a:prstGeom prst="rect">
            <a:avLst/>
          </a:prstGeom>
        </p:spPr>
      </p:pic>
      <p:sp>
        <p:nvSpPr>
          <p:cNvPr id="3" name="TextBox 2">
            <a:extLst>
              <a:ext uri="{FF2B5EF4-FFF2-40B4-BE49-F238E27FC236}">
                <a16:creationId xmlns:a16="http://schemas.microsoft.com/office/drawing/2014/main" id="{680AA308-647D-367A-1567-1D3317473B21}"/>
              </a:ext>
            </a:extLst>
          </p:cNvPr>
          <p:cNvSpPr txBox="1"/>
          <p:nvPr/>
        </p:nvSpPr>
        <p:spPr>
          <a:xfrm>
            <a:off x="5916658" y="6412469"/>
            <a:ext cx="558654" cy="276999"/>
          </a:xfrm>
          <a:prstGeom prst="rect">
            <a:avLst/>
          </a:prstGeom>
          <a:noFill/>
        </p:spPr>
        <p:txBody>
          <a:bodyPr wrap="square" rtlCol="0">
            <a:spAutoFit/>
          </a:bodyPr>
          <a:lstStyle/>
          <a:p>
            <a:fld id="{5E10DED2-F0BD-48AD-B262-DCA3F2B5B873}" type="slidenum">
              <a:rPr lang="en-US" sz="1200" smtClean="0">
                <a:latin typeface="+mj-lt"/>
              </a:rPr>
              <a:t>‹#›</a:t>
            </a:fld>
            <a:endParaRPr lang="en-US" sz="1799">
              <a:latin typeface="+mj-lt"/>
            </a:endParaRPr>
          </a:p>
        </p:txBody>
      </p:sp>
      <p:sp>
        <p:nvSpPr>
          <p:cNvPr id="8" name="Text Placeholder 4">
            <a:extLst>
              <a:ext uri="{FF2B5EF4-FFF2-40B4-BE49-F238E27FC236}">
                <a16:creationId xmlns:a16="http://schemas.microsoft.com/office/drawing/2014/main" id="{BD61A110-8524-62B2-125D-1056F4A2E547}"/>
              </a:ext>
            </a:extLst>
          </p:cNvPr>
          <p:cNvSpPr>
            <a:spLocks noGrp="1"/>
          </p:cNvSpPr>
          <p:nvPr>
            <p:ph type="body" sz="quarter" idx="10" hasCustomPrompt="1"/>
          </p:nvPr>
        </p:nvSpPr>
        <p:spPr>
          <a:xfrm>
            <a:off x="457081" y="203200"/>
            <a:ext cx="7533901" cy="541338"/>
          </a:xfrm>
          <a:prstGeom prst="rect">
            <a:avLst/>
          </a:prstGeom>
        </p:spPr>
        <p:txBody>
          <a:bodyPr anchor="ctr"/>
          <a:lstStyle>
            <a:lvl1pPr marL="0" indent="0">
              <a:buNone/>
              <a:defRPr>
                <a:solidFill>
                  <a:schemeClr val="bg1"/>
                </a:solidFill>
                <a:latin typeface="+mj-lt"/>
              </a:defRPr>
            </a:lvl1pPr>
            <a:lvl2pPr marL="457063" indent="0">
              <a:buNone/>
              <a:defRPr>
                <a:solidFill>
                  <a:schemeClr val="bg1"/>
                </a:solidFill>
              </a:defRPr>
            </a:lvl2pPr>
            <a:lvl3pPr marL="914126" indent="0">
              <a:buNone/>
              <a:defRPr>
                <a:solidFill>
                  <a:schemeClr val="bg1"/>
                </a:solidFill>
              </a:defRPr>
            </a:lvl3pPr>
            <a:lvl4pPr marL="1371189" indent="0">
              <a:buNone/>
              <a:defRPr>
                <a:solidFill>
                  <a:schemeClr val="bg1"/>
                </a:solidFill>
              </a:defRPr>
            </a:lvl4pPr>
            <a:lvl5pPr marL="1828251" indent="0">
              <a:buNone/>
              <a:defRPr>
                <a:solidFill>
                  <a:schemeClr val="bg1"/>
                </a:solidFill>
              </a:defRPr>
            </a:lvl5pPr>
          </a:lstStyle>
          <a:p>
            <a:pPr lvl="0"/>
            <a:r>
              <a:rPr lang="en-US"/>
              <a:t>Click to edit slide title</a:t>
            </a:r>
          </a:p>
        </p:txBody>
      </p:sp>
      <p:sp>
        <p:nvSpPr>
          <p:cNvPr id="4" name="Content Placeholder 6">
            <a:extLst>
              <a:ext uri="{FF2B5EF4-FFF2-40B4-BE49-F238E27FC236}">
                <a16:creationId xmlns:a16="http://schemas.microsoft.com/office/drawing/2014/main" id="{6714FA7D-8413-9197-10B1-6B8E52C3562D}"/>
              </a:ext>
            </a:extLst>
          </p:cNvPr>
          <p:cNvSpPr>
            <a:spLocks noGrp="1"/>
          </p:cNvSpPr>
          <p:nvPr>
            <p:ph sz="quarter" idx="11" hasCustomPrompt="1"/>
          </p:nvPr>
        </p:nvSpPr>
        <p:spPr>
          <a:xfrm>
            <a:off x="457082" y="1227138"/>
            <a:ext cx="11342377" cy="5054600"/>
          </a:xfrm>
          <a:prstGeom prst="rect">
            <a:avLst/>
          </a:prstGeom>
        </p:spPr>
        <p:txBody>
          <a:bodyPr/>
          <a:lstStyle>
            <a:lvl1pPr marL="0" indent="0">
              <a:buNone/>
              <a:defRPr/>
            </a:lvl1pPr>
          </a:lstStyle>
          <a:p>
            <a:pPr lvl="0"/>
            <a:r>
              <a:rPr lang="en-US"/>
              <a:t>Click to edit slide content</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910274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cSld name="Innovations Solutions Service in Footer">
    <p:spTree>
      <p:nvGrpSpPr>
        <p:cNvPr id="1" name=""/>
        <p:cNvGrpSpPr/>
        <p:nvPr/>
      </p:nvGrpSpPr>
      <p:grpSpPr>
        <a:xfrm>
          <a:off x="0" y="0"/>
          <a:ext cx="0" cy="0"/>
          <a:chOff x="0" y="0"/>
          <a:chExt cx="0" cy="0"/>
        </a:xfrm>
      </p:grpSpPr>
      <p:pic>
        <p:nvPicPr>
          <p:cNvPr id="2" name="Picture 1" descr="Graphical user interface&#10;&#10;Description automatically generated with low confidence">
            <a:extLst>
              <a:ext uri="{FF2B5EF4-FFF2-40B4-BE49-F238E27FC236}">
                <a16:creationId xmlns:a16="http://schemas.microsoft.com/office/drawing/2014/main" id="{B5891F51-2B94-7C3C-984B-E817DFE704C2}"/>
              </a:ext>
            </a:extLst>
          </p:cNvPr>
          <p:cNvPicPr>
            <a:picLocks noChangeAspect="1"/>
          </p:cNvPicPr>
          <p:nvPr/>
        </p:nvPicPr>
        <p:blipFill>
          <a:blip r:embed="rId2"/>
          <a:stretch>
            <a:fillRect/>
          </a:stretch>
        </p:blipFill>
        <p:spPr>
          <a:xfrm>
            <a:off x="0" y="0"/>
            <a:ext cx="12188825" cy="6858000"/>
          </a:xfrm>
          <a:prstGeom prst="rect">
            <a:avLst/>
          </a:prstGeom>
        </p:spPr>
      </p:pic>
      <p:sp>
        <p:nvSpPr>
          <p:cNvPr id="4" name="Text Placeholder 4">
            <a:extLst>
              <a:ext uri="{FF2B5EF4-FFF2-40B4-BE49-F238E27FC236}">
                <a16:creationId xmlns:a16="http://schemas.microsoft.com/office/drawing/2014/main" id="{5E6EA4AE-91EE-E57C-5A10-DE6B1999FC85}"/>
              </a:ext>
            </a:extLst>
          </p:cNvPr>
          <p:cNvSpPr>
            <a:spLocks noGrp="1"/>
          </p:cNvSpPr>
          <p:nvPr>
            <p:ph type="body" sz="quarter" idx="10" hasCustomPrompt="1"/>
          </p:nvPr>
        </p:nvSpPr>
        <p:spPr>
          <a:xfrm>
            <a:off x="457081" y="203200"/>
            <a:ext cx="7533901" cy="541338"/>
          </a:xfrm>
          <a:prstGeom prst="rect">
            <a:avLst/>
          </a:prstGeom>
        </p:spPr>
        <p:txBody>
          <a:bodyPr anchor="ctr"/>
          <a:lstStyle>
            <a:lvl1pPr marL="0" indent="0">
              <a:buNone/>
              <a:defRPr>
                <a:solidFill>
                  <a:schemeClr val="bg1"/>
                </a:solidFill>
                <a:latin typeface="+mj-lt"/>
              </a:defRPr>
            </a:lvl1pPr>
            <a:lvl2pPr marL="457063" indent="0">
              <a:buNone/>
              <a:defRPr>
                <a:solidFill>
                  <a:schemeClr val="bg1"/>
                </a:solidFill>
              </a:defRPr>
            </a:lvl2pPr>
            <a:lvl3pPr marL="914126" indent="0">
              <a:buNone/>
              <a:defRPr>
                <a:solidFill>
                  <a:schemeClr val="bg1"/>
                </a:solidFill>
              </a:defRPr>
            </a:lvl3pPr>
            <a:lvl4pPr marL="1371189" indent="0">
              <a:buNone/>
              <a:defRPr>
                <a:solidFill>
                  <a:schemeClr val="bg1"/>
                </a:solidFill>
              </a:defRPr>
            </a:lvl4pPr>
            <a:lvl5pPr marL="1828251" indent="0">
              <a:buNone/>
              <a:defRPr>
                <a:solidFill>
                  <a:schemeClr val="bg1"/>
                </a:solidFill>
              </a:defRPr>
            </a:lvl5pPr>
          </a:lstStyle>
          <a:p>
            <a:pPr lvl="0"/>
            <a:r>
              <a:rPr lang="en-US"/>
              <a:t>Click to edit slide title</a:t>
            </a:r>
          </a:p>
        </p:txBody>
      </p:sp>
      <p:sp>
        <p:nvSpPr>
          <p:cNvPr id="6" name="Content Placeholder 6">
            <a:extLst>
              <a:ext uri="{FF2B5EF4-FFF2-40B4-BE49-F238E27FC236}">
                <a16:creationId xmlns:a16="http://schemas.microsoft.com/office/drawing/2014/main" id="{C497BE07-B28A-9DFB-0B88-0754B6185AC7}"/>
              </a:ext>
            </a:extLst>
          </p:cNvPr>
          <p:cNvSpPr>
            <a:spLocks noGrp="1"/>
          </p:cNvSpPr>
          <p:nvPr>
            <p:ph sz="quarter" idx="11" hasCustomPrompt="1"/>
          </p:nvPr>
        </p:nvSpPr>
        <p:spPr>
          <a:xfrm>
            <a:off x="457082" y="1227138"/>
            <a:ext cx="11342377" cy="5054600"/>
          </a:xfrm>
          <a:prstGeom prst="rect">
            <a:avLst/>
          </a:prstGeom>
        </p:spPr>
        <p:txBody>
          <a:bodyPr/>
          <a:lstStyle>
            <a:lvl1pPr marL="0" indent="0">
              <a:buNone/>
              <a:defRPr/>
            </a:lvl1pPr>
          </a:lstStyle>
          <a:p>
            <a:pPr lvl="0"/>
            <a:r>
              <a:rPr lang="en-US"/>
              <a:t>Click to edit slide content</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99316121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6D3CD64-E2B3-E132-80C7-A45DF9A51314}"/>
              </a:ext>
            </a:extLst>
          </p:cNvPr>
          <p:cNvSpPr>
            <a:spLocks noGrp="1"/>
          </p:cNvSpPr>
          <p:nvPr>
            <p:ph type="dt" sz="half" idx="10"/>
          </p:nvPr>
        </p:nvSpPr>
        <p:spPr/>
        <p:txBody>
          <a:bodyPr/>
          <a:lstStyle/>
          <a:p>
            <a:fld id="{5BCAD085-E8A6-8845-BD4E-CB4CCA059FC4}" type="datetimeFigureOut">
              <a:rPr lang="en-US" smtClean="0"/>
              <a:t>5/30/26</a:t>
            </a:fld>
            <a:endParaRPr lang="en-US"/>
          </a:p>
        </p:txBody>
      </p:sp>
      <p:sp>
        <p:nvSpPr>
          <p:cNvPr id="3" name="Footer Placeholder 2">
            <a:extLst>
              <a:ext uri="{FF2B5EF4-FFF2-40B4-BE49-F238E27FC236}">
                <a16:creationId xmlns:a16="http://schemas.microsoft.com/office/drawing/2014/main" id="{8E6617BE-C0CA-68DA-6A44-CB67A466988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DC8F73B-DE01-7A93-8070-E5E38A592E9E}"/>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57501830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p:cSld name="Standard TItle Slide">
    <p:spTree>
      <p:nvGrpSpPr>
        <p:cNvPr id="1" name=""/>
        <p:cNvGrpSpPr/>
        <p:nvPr/>
      </p:nvGrpSpPr>
      <p:grpSpPr>
        <a:xfrm>
          <a:off x="0" y="0"/>
          <a:ext cx="0" cy="0"/>
          <a:chOff x="0" y="0"/>
          <a:chExt cx="0" cy="0"/>
        </a:xfrm>
      </p:grpSpPr>
      <p:pic>
        <p:nvPicPr>
          <p:cNvPr id="3" name="Picture 2" descr="Background pattern&#10;&#10;Description automatically generated">
            <a:extLst>
              <a:ext uri="{FF2B5EF4-FFF2-40B4-BE49-F238E27FC236}">
                <a16:creationId xmlns:a16="http://schemas.microsoft.com/office/drawing/2014/main" id="{E880C540-3141-71C5-5B32-5723F980E529}"/>
              </a:ext>
            </a:extLst>
          </p:cNvPr>
          <p:cNvPicPr>
            <a:picLocks noChangeAspect="1"/>
          </p:cNvPicPr>
          <p:nvPr/>
        </p:nvPicPr>
        <p:blipFill>
          <a:blip r:embed="rId2"/>
          <a:stretch>
            <a:fillRect/>
          </a:stretch>
        </p:blipFill>
        <p:spPr>
          <a:xfrm>
            <a:off x="0" y="0"/>
            <a:ext cx="12188825" cy="6858000"/>
          </a:xfrm>
          <a:prstGeom prst="rect">
            <a:avLst/>
          </a:prstGeom>
        </p:spPr>
      </p:pic>
      <p:sp>
        <p:nvSpPr>
          <p:cNvPr id="4" name="Text Placeholder 2">
            <a:extLst>
              <a:ext uri="{FF2B5EF4-FFF2-40B4-BE49-F238E27FC236}">
                <a16:creationId xmlns:a16="http://schemas.microsoft.com/office/drawing/2014/main" id="{C49713DB-4A8F-F0A8-3E69-4C27F067EB65}"/>
              </a:ext>
            </a:extLst>
          </p:cNvPr>
          <p:cNvSpPr>
            <a:spLocks noGrp="1"/>
          </p:cNvSpPr>
          <p:nvPr>
            <p:ph type="body" sz="quarter" idx="10" hasCustomPrompt="1"/>
          </p:nvPr>
        </p:nvSpPr>
        <p:spPr>
          <a:xfrm>
            <a:off x="1501384" y="3429001"/>
            <a:ext cx="7368844" cy="773113"/>
          </a:xfrm>
          <a:prstGeom prst="rect">
            <a:avLst/>
          </a:prstGeom>
        </p:spPr>
        <p:txBody>
          <a:bodyPr anchor="ctr"/>
          <a:lstStyle>
            <a:lvl1pPr>
              <a:defRPr sz="4399">
                <a:latin typeface="+mj-lt"/>
              </a:defRPr>
            </a:lvl1pPr>
          </a:lstStyle>
          <a:p>
            <a:pPr lvl="0"/>
            <a:r>
              <a:rPr lang="en-US" dirty="0"/>
              <a:t>Click to edit presentation title</a:t>
            </a:r>
          </a:p>
        </p:txBody>
      </p:sp>
      <p:sp>
        <p:nvSpPr>
          <p:cNvPr id="2" name="Text Placeholder 2">
            <a:extLst>
              <a:ext uri="{FF2B5EF4-FFF2-40B4-BE49-F238E27FC236}">
                <a16:creationId xmlns:a16="http://schemas.microsoft.com/office/drawing/2014/main" id="{B6FC7BEA-BCAA-E653-010B-D8DD4DF0D7C3}"/>
              </a:ext>
            </a:extLst>
          </p:cNvPr>
          <p:cNvSpPr>
            <a:spLocks noGrp="1"/>
          </p:cNvSpPr>
          <p:nvPr>
            <p:ph type="body" sz="quarter" idx="11" hasCustomPrompt="1"/>
          </p:nvPr>
        </p:nvSpPr>
        <p:spPr>
          <a:xfrm>
            <a:off x="1501385" y="4202114"/>
            <a:ext cx="9849459" cy="773113"/>
          </a:xfrm>
          <a:prstGeom prst="rect">
            <a:avLst/>
          </a:prstGeom>
        </p:spPr>
        <p:txBody>
          <a:bodyPr anchor="ctr"/>
          <a:lstStyle>
            <a:lvl1pPr>
              <a:defRPr sz="2399">
                <a:latin typeface="+mj-lt"/>
              </a:defRPr>
            </a:lvl1pPr>
          </a:lstStyle>
          <a:p>
            <a:pPr lvl="0"/>
            <a:r>
              <a:rPr lang="en-US"/>
              <a:t>Click to edit location, date or presenter</a:t>
            </a:r>
          </a:p>
        </p:txBody>
      </p:sp>
    </p:spTree>
    <p:extLst>
      <p:ext uri="{BB962C8B-B14F-4D97-AF65-F5344CB8AC3E}">
        <p14:creationId xmlns:p14="http://schemas.microsoft.com/office/powerpoint/2010/main" val="22519552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Standard Section Slide">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9A8EF103-5D35-14B9-8758-EF135D90DD2F}"/>
              </a:ext>
            </a:extLst>
          </p:cNvPr>
          <p:cNvSpPr>
            <a:spLocks noGrp="1"/>
          </p:cNvSpPr>
          <p:nvPr>
            <p:ph type="body" sz="quarter" idx="10" hasCustomPrompt="1"/>
          </p:nvPr>
        </p:nvSpPr>
        <p:spPr>
          <a:xfrm>
            <a:off x="1501384" y="3429001"/>
            <a:ext cx="7368844" cy="773113"/>
          </a:xfrm>
          <a:prstGeom prst="rect">
            <a:avLst/>
          </a:prstGeom>
        </p:spPr>
        <p:txBody>
          <a:bodyPr anchor="ctr"/>
          <a:lstStyle>
            <a:lvl1pPr>
              <a:defRPr sz="4399">
                <a:latin typeface="+mj-lt"/>
              </a:defRPr>
            </a:lvl1pPr>
          </a:lstStyle>
          <a:p>
            <a:pPr lvl="0"/>
            <a:r>
              <a:rPr lang="en-US" dirty="0"/>
              <a:t>Click to edit section title</a:t>
            </a:r>
          </a:p>
        </p:txBody>
      </p:sp>
    </p:spTree>
    <p:extLst>
      <p:ext uri="{BB962C8B-B14F-4D97-AF65-F5344CB8AC3E}">
        <p14:creationId xmlns:p14="http://schemas.microsoft.com/office/powerpoint/2010/main" val="39063626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p:cSld name="Closing Slide - No Text with Logo">
    <p:spTree>
      <p:nvGrpSpPr>
        <p:cNvPr id="1" name=""/>
        <p:cNvGrpSpPr/>
        <p:nvPr/>
      </p:nvGrpSpPr>
      <p:grpSpPr>
        <a:xfrm>
          <a:off x="0" y="0"/>
          <a:ext cx="0" cy="0"/>
          <a:chOff x="0" y="0"/>
          <a:chExt cx="0" cy="0"/>
        </a:xfrm>
      </p:grpSpPr>
      <p:pic>
        <p:nvPicPr>
          <p:cNvPr id="2" name="Picture 1" descr="Background pattern&#10;&#10;Description automatically generated with medium confidence">
            <a:extLst>
              <a:ext uri="{FF2B5EF4-FFF2-40B4-BE49-F238E27FC236}">
                <a16:creationId xmlns:a16="http://schemas.microsoft.com/office/drawing/2014/main" id="{E84A1C44-ADEC-EF94-2F07-0FA81146B947}"/>
              </a:ext>
            </a:extLst>
          </p:cNvPr>
          <p:cNvPicPr>
            <a:picLocks noChangeAspect="1"/>
          </p:cNvPicPr>
          <p:nvPr/>
        </p:nvPicPr>
        <p:blipFill>
          <a:blip r:embed="rId2"/>
          <a:stretch>
            <a:fillRect/>
          </a:stretch>
        </p:blipFill>
        <p:spPr>
          <a:xfrm>
            <a:off x="-1" y="0"/>
            <a:ext cx="12188826" cy="6858000"/>
          </a:xfrm>
          <a:prstGeom prst="rect">
            <a:avLst/>
          </a:prstGeom>
        </p:spPr>
      </p:pic>
    </p:spTree>
    <p:extLst>
      <p:ext uri="{BB962C8B-B14F-4D97-AF65-F5344CB8AC3E}">
        <p14:creationId xmlns:p14="http://schemas.microsoft.com/office/powerpoint/2010/main" val="411726487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2367472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itle" preserve="1">
  <p:cSld name="Title Slide">
    <p:bg>
      <p:bgRef idx="1003">
        <a:schemeClr val="bg2"/>
      </p:bgRef>
    </p:bg>
    <p:spTree>
      <p:nvGrpSpPr>
        <p:cNvPr id="1" name=""/>
        <p:cNvGrpSpPr/>
        <p:nvPr/>
      </p:nvGrpSpPr>
      <p:grpSpPr>
        <a:xfrm>
          <a:off x="0" y="0"/>
          <a:ext cx="0" cy="0"/>
          <a:chOff x="0" y="0"/>
          <a:chExt cx="0" cy="0"/>
        </a:xfrm>
      </p:grpSpPr>
      <p:pic>
        <p:nvPicPr>
          <p:cNvPr id="7" name="Picture 6" descr="Celestia-R1---OverlayTitle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5651" cy="6856214"/>
          </a:xfrm>
          <a:prstGeom prst="rect">
            <a:avLst/>
          </a:prstGeom>
        </p:spPr>
      </p:pic>
      <p:sp>
        <p:nvSpPr>
          <p:cNvPr id="2" name="Title 1"/>
          <p:cNvSpPr>
            <a:spLocks noGrp="1"/>
          </p:cNvSpPr>
          <p:nvPr>
            <p:ph type="ctrTitle"/>
          </p:nvPr>
        </p:nvSpPr>
        <p:spPr>
          <a:xfrm>
            <a:off x="3961367" y="1964267"/>
            <a:ext cx="7195852" cy="2421464"/>
          </a:xfrm>
        </p:spPr>
        <p:txBody>
          <a:bodyPr anchor="b">
            <a:normAutofit/>
          </a:bodyPr>
          <a:lstStyle>
            <a:lvl1pPr algn="r">
              <a:defRPr sz="4799">
                <a:effectLst/>
              </a:defRPr>
            </a:lvl1pPr>
          </a:lstStyle>
          <a:p>
            <a:r>
              <a:rPr lang="en-US"/>
              <a:t>Click to edit Master title style</a:t>
            </a:r>
            <a:endParaRPr lang="en-US" dirty="0"/>
          </a:p>
        </p:txBody>
      </p:sp>
      <p:sp>
        <p:nvSpPr>
          <p:cNvPr id="3" name="Subtitle 2"/>
          <p:cNvSpPr>
            <a:spLocks noGrp="1"/>
          </p:cNvSpPr>
          <p:nvPr>
            <p:ph type="subTitle" idx="1"/>
          </p:nvPr>
        </p:nvSpPr>
        <p:spPr>
          <a:xfrm>
            <a:off x="3961367" y="4385733"/>
            <a:ext cx="7195852" cy="1405467"/>
          </a:xfrm>
        </p:spPr>
        <p:txBody>
          <a:bodyPr anchor="t">
            <a:normAutofit/>
          </a:bodyPr>
          <a:lstStyle>
            <a:lvl1pPr marL="0" indent="0" algn="r">
              <a:buNone/>
              <a:defRPr sz="1799" cap="all">
                <a:solidFill>
                  <a:schemeClr val="tx1"/>
                </a:solidFill>
              </a:defRPr>
            </a:lvl1pPr>
            <a:lvl2pPr marL="457063" indent="0" algn="ctr">
              <a:buNone/>
              <a:defRPr>
                <a:solidFill>
                  <a:schemeClr val="tx1">
                    <a:tint val="75000"/>
                  </a:schemeClr>
                </a:solidFill>
              </a:defRPr>
            </a:lvl2pPr>
            <a:lvl3pPr marL="914126" indent="0" algn="ctr">
              <a:buNone/>
              <a:defRPr>
                <a:solidFill>
                  <a:schemeClr val="tx1">
                    <a:tint val="75000"/>
                  </a:schemeClr>
                </a:solidFill>
              </a:defRPr>
            </a:lvl3pPr>
            <a:lvl4pPr marL="1371189" indent="0" algn="ctr">
              <a:buNone/>
              <a:defRPr>
                <a:solidFill>
                  <a:schemeClr val="tx1">
                    <a:tint val="75000"/>
                  </a:schemeClr>
                </a:solidFill>
              </a:defRPr>
            </a:lvl4pPr>
            <a:lvl5pPr marL="1828251" indent="0" algn="ctr">
              <a:buNone/>
              <a:defRPr>
                <a:solidFill>
                  <a:schemeClr val="tx1">
                    <a:tint val="75000"/>
                  </a:schemeClr>
                </a:solidFill>
              </a:defRPr>
            </a:lvl5pPr>
            <a:lvl6pPr marL="2285314" indent="0" algn="ctr">
              <a:buNone/>
              <a:defRPr>
                <a:solidFill>
                  <a:schemeClr val="tx1">
                    <a:tint val="75000"/>
                  </a:schemeClr>
                </a:solidFill>
              </a:defRPr>
            </a:lvl6pPr>
            <a:lvl7pPr marL="2742377" indent="0" algn="ctr">
              <a:buNone/>
              <a:defRPr>
                <a:solidFill>
                  <a:schemeClr val="tx1">
                    <a:tint val="75000"/>
                  </a:schemeClr>
                </a:solidFill>
              </a:defRPr>
            </a:lvl7pPr>
            <a:lvl8pPr marL="3199440" indent="0" algn="ctr">
              <a:buNone/>
              <a:defRPr>
                <a:solidFill>
                  <a:schemeClr val="tx1">
                    <a:tint val="75000"/>
                  </a:schemeClr>
                </a:solidFill>
              </a:defRPr>
            </a:lvl8pPr>
            <a:lvl9pPr marL="3656503"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a:xfrm>
            <a:off x="8930232" y="5870576"/>
            <a:ext cx="1599783" cy="377825"/>
          </a:xfrm>
        </p:spPr>
        <p:txBody>
          <a:bodyPr/>
          <a:lstStyle/>
          <a:p>
            <a:fld id="{48A87A34-81AB-432B-8DAE-1953F412C126}" type="datetimeFigureOut">
              <a:rPr lang="en-US" smtClean="0"/>
              <a:t>5/30/26</a:t>
            </a:fld>
            <a:endParaRPr lang="en-US" dirty="0"/>
          </a:p>
        </p:txBody>
      </p:sp>
      <p:sp>
        <p:nvSpPr>
          <p:cNvPr id="5" name="Footer Placeholder 4"/>
          <p:cNvSpPr>
            <a:spLocks noGrp="1"/>
          </p:cNvSpPr>
          <p:nvPr>
            <p:ph type="ftr" sz="quarter" idx="11"/>
          </p:nvPr>
        </p:nvSpPr>
        <p:spPr>
          <a:xfrm>
            <a:off x="3961367" y="5870576"/>
            <a:ext cx="4892684" cy="377825"/>
          </a:xfrm>
        </p:spPr>
        <p:txBody>
          <a:bodyPr/>
          <a:lstStyle/>
          <a:p>
            <a:endParaRPr lang="en-US" dirty="0"/>
          </a:p>
        </p:txBody>
      </p:sp>
      <p:sp>
        <p:nvSpPr>
          <p:cNvPr id="6" name="Slide Number Placeholder 5"/>
          <p:cNvSpPr>
            <a:spLocks noGrp="1"/>
          </p:cNvSpPr>
          <p:nvPr>
            <p:ph type="sldNum" sz="quarter" idx="12"/>
          </p:nvPr>
        </p:nvSpPr>
        <p:spPr>
          <a:xfrm>
            <a:off x="10606196" y="5870576"/>
            <a:ext cx="551023" cy="377825"/>
          </a:xfrm>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617994768"/>
      </p:ext>
    </p:extLst>
  </p:cSld>
  <p:clrMapOvr>
    <a:overrideClrMapping bg1="dk1" tx1="lt1" bg2="dk2" tx2="lt2" accent1="accent1" accent2="accent2" accent3="accent3" accent4="accent4" accent5="accent5" accent6="accent6" hlink="hlink" folHlink="folHlink"/>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7" name="Picture 6"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5651" cy="6856214"/>
          </a:xfrm>
          <a:prstGeom prst="rect">
            <a:avLst/>
          </a:prstGeom>
        </p:spPr>
      </p:pic>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5/30/26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17392275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pic>
        <p:nvPicPr>
          <p:cNvPr id="7" name="Picture 6"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5651" cy="6856214"/>
          </a:xfrm>
          <a:prstGeom prst="rect">
            <a:avLst/>
          </a:prstGeom>
        </p:spPr>
      </p:pic>
      <p:sp>
        <p:nvSpPr>
          <p:cNvPr id="2" name="Title 1"/>
          <p:cNvSpPr>
            <a:spLocks noGrp="1"/>
          </p:cNvSpPr>
          <p:nvPr>
            <p:ph type="title"/>
          </p:nvPr>
        </p:nvSpPr>
        <p:spPr>
          <a:xfrm>
            <a:off x="685622" y="3308581"/>
            <a:ext cx="10128789" cy="1468800"/>
          </a:xfrm>
        </p:spPr>
        <p:txBody>
          <a:bodyPr anchor="b"/>
          <a:lstStyle>
            <a:lvl1pPr algn="l">
              <a:defRPr sz="3999" b="0" cap="all"/>
            </a:lvl1pPr>
          </a:lstStyle>
          <a:p>
            <a:r>
              <a:rPr lang="en-US"/>
              <a:t>Click to edit Master title style</a:t>
            </a:r>
            <a:endParaRPr lang="en-US" dirty="0"/>
          </a:p>
        </p:txBody>
      </p:sp>
      <p:sp>
        <p:nvSpPr>
          <p:cNvPr id="3" name="Text Placeholder 2"/>
          <p:cNvSpPr>
            <a:spLocks noGrp="1"/>
          </p:cNvSpPr>
          <p:nvPr>
            <p:ph type="body" idx="1"/>
          </p:nvPr>
        </p:nvSpPr>
        <p:spPr>
          <a:xfrm>
            <a:off x="685620" y="4777381"/>
            <a:ext cx="10128790" cy="860400"/>
          </a:xfrm>
        </p:spPr>
        <p:txBody>
          <a:bodyPr anchor="t">
            <a:normAutofit/>
          </a:bodyPr>
          <a:lstStyle>
            <a:lvl1pPr marL="0" indent="0" algn="l">
              <a:buNone/>
              <a:defRPr sz="1999" cap="all">
                <a:solidFill>
                  <a:schemeClr val="tx1"/>
                </a:solidFill>
              </a:defRPr>
            </a:lvl1pPr>
            <a:lvl2pPr marL="457063" indent="0">
              <a:buNone/>
              <a:defRPr sz="1799">
                <a:solidFill>
                  <a:schemeClr val="tx1">
                    <a:tint val="75000"/>
                  </a:schemeClr>
                </a:solidFill>
              </a:defRPr>
            </a:lvl2pPr>
            <a:lvl3pPr marL="914126" indent="0">
              <a:buNone/>
              <a:defRPr sz="1600">
                <a:solidFill>
                  <a:schemeClr val="tx1">
                    <a:tint val="75000"/>
                  </a:schemeClr>
                </a:solidFill>
              </a:defRPr>
            </a:lvl3pPr>
            <a:lvl4pPr marL="1371189" indent="0">
              <a:buNone/>
              <a:defRPr sz="1400">
                <a:solidFill>
                  <a:schemeClr val="tx1">
                    <a:tint val="75000"/>
                  </a:schemeClr>
                </a:solidFill>
              </a:defRPr>
            </a:lvl4pPr>
            <a:lvl5pPr marL="1828251" indent="0">
              <a:buNone/>
              <a:defRPr sz="1400">
                <a:solidFill>
                  <a:schemeClr val="tx1">
                    <a:tint val="75000"/>
                  </a:schemeClr>
                </a:solidFill>
              </a:defRPr>
            </a:lvl5pPr>
            <a:lvl6pPr marL="2285314" indent="0">
              <a:buNone/>
              <a:defRPr sz="1400">
                <a:solidFill>
                  <a:schemeClr val="tx1">
                    <a:tint val="75000"/>
                  </a:schemeClr>
                </a:solidFill>
              </a:defRPr>
            </a:lvl6pPr>
            <a:lvl7pPr marL="2742377" indent="0">
              <a:buNone/>
              <a:defRPr sz="1400">
                <a:solidFill>
                  <a:schemeClr val="tx1">
                    <a:tint val="75000"/>
                  </a:schemeClr>
                </a:solidFill>
              </a:defRPr>
            </a:lvl7pPr>
            <a:lvl8pPr marL="3199440" indent="0">
              <a:buNone/>
              <a:defRPr sz="1400">
                <a:solidFill>
                  <a:schemeClr val="tx1">
                    <a:tint val="75000"/>
                  </a:schemeClr>
                </a:solidFill>
              </a:defRPr>
            </a:lvl8pPr>
            <a:lvl9pPr marL="3656503"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t>5/30/26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18157489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5651" cy="6856214"/>
          </a:xfrm>
          <a:prstGeom prst="rect">
            <a:avLst/>
          </a:prstGeom>
        </p:spPr>
      </p:pic>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85623" y="2142067"/>
            <a:ext cx="4994033" cy="3649134"/>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820379" y="2142068"/>
            <a:ext cx="4994031" cy="3649133"/>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smtClean="0"/>
              <a:t>5/30/26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49099382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973416" y="2218267"/>
            <a:ext cx="4707828" cy="576262"/>
          </a:xfrm>
        </p:spPr>
        <p:txBody>
          <a:bodyPr anchor="b">
            <a:noAutofit/>
          </a:bodyPr>
          <a:lstStyle>
            <a:lvl1pPr marL="0" indent="0">
              <a:buNone/>
              <a:defRPr sz="2799" b="0"/>
            </a:lvl1pPr>
            <a:lvl2pPr marL="457063" indent="0">
              <a:buNone/>
              <a:defRPr sz="1999" b="1"/>
            </a:lvl2pPr>
            <a:lvl3pPr marL="914126" indent="0">
              <a:buNone/>
              <a:defRPr sz="1799" b="1"/>
            </a:lvl3pPr>
            <a:lvl4pPr marL="1371189" indent="0">
              <a:buNone/>
              <a:defRPr sz="1600" b="1"/>
            </a:lvl4pPr>
            <a:lvl5pPr marL="1828251" indent="0">
              <a:buNone/>
              <a:defRPr sz="1600" b="1"/>
            </a:lvl5pPr>
            <a:lvl6pPr marL="2285314" indent="0">
              <a:buNone/>
              <a:defRPr sz="1600" b="1"/>
            </a:lvl6pPr>
            <a:lvl7pPr marL="2742377" indent="0">
              <a:buNone/>
              <a:defRPr sz="1600" b="1"/>
            </a:lvl7pPr>
            <a:lvl8pPr marL="3199440" indent="0">
              <a:buNone/>
              <a:defRPr sz="1600" b="1"/>
            </a:lvl8pPr>
            <a:lvl9pPr marL="3656503" indent="0">
              <a:buNone/>
              <a:defRPr sz="1600" b="1"/>
            </a:lvl9pPr>
          </a:lstStyle>
          <a:p>
            <a:pPr lvl="0"/>
            <a:r>
              <a:rPr lang="en-US"/>
              <a:t>Click to edit Master text styles</a:t>
            </a:r>
          </a:p>
        </p:txBody>
      </p:sp>
      <p:sp>
        <p:nvSpPr>
          <p:cNvPr id="4" name="Content Placeholder 3"/>
          <p:cNvSpPr>
            <a:spLocks noGrp="1"/>
          </p:cNvSpPr>
          <p:nvPr>
            <p:ph sz="half" idx="2"/>
          </p:nvPr>
        </p:nvSpPr>
        <p:spPr>
          <a:xfrm>
            <a:off x="685623" y="2870201"/>
            <a:ext cx="4995622" cy="2920998"/>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094416" y="2226734"/>
            <a:ext cx="4721583" cy="576262"/>
          </a:xfrm>
        </p:spPr>
        <p:txBody>
          <a:bodyPr anchor="b">
            <a:noAutofit/>
          </a:bodyPr>
          <a:lstStyle>
            <a:lvl1pPr marL="0" indent="0">
              <a:buNone/>
              <a:defRPr sz="2799" b="0"/>
            </a:lvl1pPr>
            <a:lvl2pPr marL="457063" indent="0">
              <a:buNone/>
              <a:defRPr sz="1999" b="1"/>
            </a:lvl2pPr>
            <a:lvl3pPr marL="914126" indent="0">
              <a:buNone/>
              <a:defRPr sz="1799" b="1"/>
            </a:lvl3pPr>
            <a:lvl4pPr marL="1371189" indent="0">
              <a:buNone/>
              <a:defRPr sz="1600" b="1"/>
            </a:lvl4pPr>
            <a:lvl5pPr marL="1828251" indent="0">
              <a:buNone/>
              <a:defRPr sz="1600" b="1"/>
            </a:lvl5pPr>
            <a:lvl6pPr marL="2285314" indent="0">
              <a:buNone/>
              <a:defRPr sz="1600" b="1"/>
            </a:lvl6pPr>
            <a:lvl7pPr marL="2742377" indent="0">
              <a:buNone/>
              <a:defRPr sz="1600" b="1"/>
            </a:lvl7pPr>
            <a:lvl8pPr marL="3199440" indent="0">
              <a:buNone/>
              <a:defRPr sz="1600" b="1"/>
            </a:lvl8pPr>
            <a:lvl9pPr marL="3656503"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821967" y="2870201"/>
            <a:ext cx="4994033" cy="2920998"/>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160EA64-D806-43AC-9DF2-F8C432F32B4C}" type="datetimeFigureOut">
              <a:rPr lang="en-US" smtClean="0"/>
              <a:t>5/30/26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smtClean="0"/>
              <a:pPr/>
              <a:t>‹#›</a:t>
            </a:fld>
            <a:endParaRPr lang="en-US" dirty="0"/>
          </a:p>
        </p:txBody>
      </p:sp>
    </p:spTree>
    <p:extLst>
      <p:ext uri="{BB962C8B-B14F-4D97-AF65-F5344CB8AC3E}">
        <p14:creationId xmlns:p14="http://schemas.microsoft.com/office/powerpoint/2010/main" val="428817243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pic>
        <p:nvPicPr>
          <p:cNvPr id="6" name="Picture 5"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5651" cy="6856214"/>
          </a:xfrm>
          <a:prstGeom prst="rect">
            <a:avLst/>
          </a:prstGeom>
        </p:spPr>
      </p:pic>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smtClean="0"/>
              <a:t>5/30/26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42025097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pic>
        <p:nvPicPr>
          <p:cNvPr id="5" name="Picture 4"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5651" cy="6856214"/>
          </a:xfrm>
          <a:prstGeom prst="rect">
            <a:avLst/>
          </a:prstGeom>
        </p:spPr>
      </p:pic>
      <p:sp>
        <p:nvSpPr>
          <p:cNvPr id="2" name="Date Placeholder 1"/>
          <p:cNvSpPr>
            <a:spLocks noGrp="1"/>
          </p:cNvSpPr>
          <p:nvPr>
            <p:ph type="dt" sz="half" idx="10"/>
          </p:nvPr>
        </p:nvSpPr>
        <p:spPr/>
        <p:txBody>
          <a:bodyPr/>
          <a:lstStyle/>
          <a:p>
            <a:fld id="{5BCAD085-E8A6-8845-BD4E-CB4CCA059FC4}" type="datetimeFigureOut">
              <a:rPr lang="en-US" smtClean="0"/>
              <a:t>5/30/26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97785122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5651" cy="6856214"/>
          </a:xfrm>
          <a:prstGeom prst="rect">
            <a:avLst/>
          </a:prstGeom>
        </p:spPr>
      </p:pic>
      <p:sp>
        <p:nvSpPr>
          <p:cNvPr id="2" name="Title 1"/>
          <p:cNvSpPr>
            <a:spLocks noGrp="1"/>
          </p:cNvSpPr>
          <p:nvPr>
            <p:ph type="title"/>
          </p:nvPr>
        </p:nvSpPr>
        <p:spPr>
          <a:xfrm>
            <a:off x="685622" y="2074333"/>
            <a:ext cx="3679926" cy="1371600"/>
          </a:xfrm>
        </p:spPr>
        <p:txBody>
          <a:bodyPr anchor="b">
            <a:normAutofit/>
          </a:bodyPr>
          <a:lstStyle>
            <a:lvl1pPr algn="l">
              <a:defRPr sz="2399" b="0"/>
            </a:lvl1pPr>
          </a:lstStyle>
          <a:p>
            <a:r>
              <a:rPr lang="en-US"/>
              <a:t>Click to edit Master title style</a:t>
            </a:r>
            <a:endParaRPr lang="en-US" dirty="0"/>
          </a:p>
        </p:txBody>
      </p:sp>
      <p:sp>
        <p:nvSpPr>
          <p:cNvPr id="3" name="Content Placeholder 2"/>
          <p:cNvSpPr>
            <a:spLocks noGrp="1"/>
          </p:cNvSpPr>
          <p:nvPr>
            <p:ph idx="1"/>
          </p:nvPr>
        </p:nvSpPr>
        <p:spPr>
          <a:xfrm>
            <a:off x="4646991" y="609601"/>
            <a:ext cx="6167419" cy="5181600"/>
          </a:xfrm>
        </p:spPr>
        <p:txBody>
          <a:bodyPr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85622" y="3445933"/>
            <a:ext cx="3679926" cy="1828800"/>
          </a:xfrm>
        </p:spPr>
        <p:txBody>
          <a:bodyPr anchor="t">
            <a:normAutofit/>
          </a:bodyPr>
          <a:lstStyle>
            <a:lvl1pPr marL="0" indent="0">
              <a:buNone/>
              <a:defRPr sz="1600"/>
            </a:lvl1pPr>
            <a:lvl2pPr marL="457063" indent="0">
              <a:buNone/>
              <a:defRPr sz="1200"/>
            </a:lvl2pPr>
            <a:lvl3pPr marL="914126" indent="0">
              <a:buNone/>
              <a:defRPr sz="1000"/>
            </a:lvl3pPr>
            <a:lvl4pPr marL="1371189" indent="0">
              <a:buNone/>
              <a:defRPr sz="900"/>
            </a:lvl4pPr>
            <a:lvl5pPr marL="1828251" indent="0">
              <a:buNone/>
              <a:defRPr sz="900"/>
            </a:lvl5pPr>
            <a:lvl6pPr marL="2285314" indent="0">
              <a:buNone/>
              <a:defRPr sz="900"/>
            </a:lvl6pPr>
            <a:lvl7pPr marL="2742377" indent="0">
              <a:buNone/>
              <a:defRPr sz="900"/>
            </a:lvl7pPr>
            <a:lvl8pPr marL="3199440" indent="0">
              <a:buNone/>
              <a:defRPr sz="900"/>
            </a:lvl8pPr>
            <a:lvl9pPr marL="3656503"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5/30/26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30790795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5651" cy="6856214"/>
          </a:xfrm>
          <a:prstGeom prst="rect">
            <a:avLst/>
          </a:prstGeom>
        </p:spPr>
      </p:pic>
      <p:sp>
        <p:nvSpPr>
          <p:cNvPr id="2" name="Title 1"/>
          <p:cNvSpPr>
            <a:spLocks noGrp="1"/>
          </p:cNvSpPr>
          <p:nvPr>
            <p:ph type="title"/>
          </p:nvPr>
        </p:nvSpPr>
        <p:spPr>
          <a:xfrm>
            <a:off x="685622" y="1600200"/>
            <a:ext cx="6163048" cy="1371600"/>
          </a:xfrm>
        </p:spPr>
        <p:txBody>
          <a:bodyPr anchor="b">
            <a:normAutofit/>
          </a:bodyPr>
          <a:lstStyle>
            <a:lvl1pPr algn="l">
              <a:defRPr sz="2799" b="0"/>
            </a:lvl1pPr>
          </a:lstStyle>
          <a:p>
            <a:r>
              <a:rPr lang="en-US"/>
              <a:t>Click to edit Master title style</a:t>
            </a:r>
            <a:endParaRPr lang="en-US" dirty="0"/>
          </a:p>
        </p:txBody>
      </p:sp>
      <p:sp>
        <p:nvSpPr>
          <p:cNvPr id="14" name="Picture Placeholder 2"/>
          <p:cNvSpPr>
            <a:spLocks noGrp="1" noChangeAspect="1"/>
          </p:cNvSpPr>
          <p:nvPr>
            <p:ph type="pic" idx="1"/>
          </p:nvPr>
        </p:nvSpPr>
        <p:spPr>
          <a:xfrm>
            <a:off x="7534290" y="914400"/>
            <a:ext cx="3280120" cy="4572000"/>
          </a:xfrm>
          <a:prstGeom prst="roundRect">
            <a:avLst>
              <a:gd name="adj" fmla="val 4280"/>
            </a:avLst>
          </a:prstGeom>
          <a:ln w="50800" cap="sq" cmpd="dbl">
            <a:gradFill flip="none" rotWithShape="1">
              <a:gsLst>
                <a:gs pos="0">
                  <a:srgbClr val="FFFFFF"/>
                </a:gs>
                <a:gs pos="100000">
                  <a:schemeClr val="tx1">
                    <a:alpha val="0"/>
                  </a:schemeClr>
                </a:gs>
              </a:gsLst>
              <a:path path="circle">
                <a:fillToRect l="50000" t="50000" r="50000" b="50000"/>
              </a:path>
              <a:tileRect/>
            </a:gradFill>
            <a:miter lim="800000"/>
          </a:ln>
          <a:effectLst>
            <a:outerShdw blurRad="254000" algn="tl" rotWithShape="0">
              <a:srgbClr val="000000">
                <a:alpha val="43000"/>
              </a:srgbClr>
            </a:outerShdw>
          </a:effectLst>
        </p:spPr>
        <p:txBody>
          <a:bodyPr anchor="t">
            <a:normAutofit/>
          </a:bodyPr>
          <a:lstStyle>
            <a:lvl1pPr marL="0" indent="0" algn="ctr">
              <a:buNone/>
              <a:defRPr sz="1600"/>
            </a:lvl1pPr>
            <a:lvl2pPr marL="457063" indent="0">
              <a:buNone/>
              <a:defRPr sz="1600"/>
            </a:lvl2pPr>
            <a:lvl3pPr marL="914126" indent="0">
              <a:buNone/>
              <a:defRPr sz="1600"/>
            </a:lvl3pPr>
            <a:lvl4pPr marL="1371189" indent="0">
              <a:buNone/>
              <a:defRPr sz="1600"/>
            </a:lvl4pPr>
            <a:lvl5pPr marL="1828251" indent="0">
              <a:buNone/>
              <a:defRPr sz="1600"/>
            </a:lvl5pPr>
            <a:lvl6pPr marL="2285314" indent="0">
              <a:buNone/>
              <a:defRPr sz="1600"/>
            </a:lvl6pPr>
            <a:lvl7pPr marL="2742377" indent="0">
              <a:buNone/>
              <a:defRPr sz="1600"/>
            </a:lvl7pPr>
            <a:lvl8pPr marL="3199440" indent="0">
              <a:buNone/>
              <a:defRPr sz="1600"/>
            </a:lvl8pPr>
            <a:lvl9pPr marL="3656503"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85622" y="2971800"/>
            <a:ext cx="6163048" cy="1828800"/>
          </a:xfrm>
        </p:spPr>
        <p:txBody>
          <a:bodyPr anchor="t">
            <a:normAutofit/>
          </a:bodyPr>
          <a:lstStyle>
            <a:lvl1pPr marL="0" indent="0">
              <a:buNone/>
              <a:defRPr sz="1799"/>
            </a:lvl1pPr>
            <a:lvl2pPr marL="457063" indent="0">
              <a:buNone/>
              <a:defRPr sz="1200"/>
            </a:lvl2pPr>
            <a:lvl3pPr marL="914126" indent="0">
              <a:buNone/>
              <a:defRPr sz="1000"/>
            </a:lvl3pPr>
            <a:lvl4pPr marL="1371189" indent="0">
              <a:buNone/>
              <a:defRPr sz="900"/>
            </a:lvl4pPr>
            <a:lvl5pPr marL="1828251" indent="0">
              <a:buNone/>
              <a:defRPr sz="900"/>
            </a:lvl5pPr>
            <a:lvl6pPr marL="2285314" indent="0">
              <a:buNone/>
              <a:defRPr sz="900"/>
            </a:lvl6pPr>
            <a:lvl7pPr marL="2742377" indent="0">
              <a:buNone/>
              <a:defRPr sz="900"/>
            </a:lvl7pPr>
            <a:lvl8pPr marL="3199440" indent="0">
              <a:buNone/>
              <a:defRPr sz="900"/>
            </a:lvl8pPr>
            <a:lvl9pPr marL="3656503"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pPr/>
              <a:t>5/30/26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59124268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5651" cy="6856214"/>
          </a:xfrm>
          <a:prstGeom prst="rect">
            <a:avLst/>
          </a:prstGeom>
        </p:spPr>
      </p:pic>
      <p:sp>
        <p:nvSpPr>
          <p:cNvPr id="2" name="Title 1"/>
          <p:cNvSpPr>
            <a:spLocks noGrp="1"/>
          </p:cNvSpPr>
          <p:nvPr>
            <p:ph type="title"/>
          </p:nvPr>
        </p:nvSpPr>
        <p:spPr>
          <a:xfrm>
            <a:off x="685622" y="4732865"/>
            <a:ext cx="10128789" cy="566738"/>
          </a:xfrm>
        </p:spPr>
        <p:txBody>
          <a:bodyPr anchor="b">
            <a:normAutofit/>
          </a:bodyPr>
          <a:lstStyle>
            <a:lvl1pPr algn="l">
              <a:defRPr sz="2399"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1371243" y="932112"/>
            <a:ext cx="8757546" cy="3164976"/>
          </a:xfrm>
          <a:prstGeom prst="roundRect">
            <a:avLst>
              <a:gd name="adj" fmla="val 4380"/>
            </a:avLst>
          </a:prstGeom>
          <a:ln w="50800" cap="sq" cmpd="dbl">
            <a:gradFill flip="none" rotWithShape="1">
              <a:gsLst>
                <a:gs pos="0">
                  <a:srgbClr val="FFFFFF"/>
                </a:gs>
                <a:gs pos="100000">
                  <a:schemeClr val="tx1">
                    <a:alpha val="0"/>
                  </a:schemeClr>
                </a:gs>
              </a:gsLst>
              <a:path path="circle">
                <a:fillToRect l="50000" t="50000" r="50000" b="50000"/>
              </a:path>
              <a:tileRect/>
            </a:gradFill>
            <a:miter lim="800000"/>
          </a:ln>
          <a:effectLst>
            <a:outerShdw blurRad="254000" algn="tl" rotWithShape="0">
              <a:srgbClr val="000000">
                <a:alpha val="43000"/>
              </a:srgbClr>
            </a:outerShdw>
          </a:effectLst>
        </p:spPr>
        <p:txBody>
          <a:bodyPr anchor="t">
            <a:normAutofit/>
          </a:bodyPr>
          <a:lstStyle>
            <a:lvl1pPr marL="0" indent="0" algn="ctr">
              <a:buNone/>
              <a:defRPr sz="1600"/>
            </a:lvl1pPr>
            <a:lvl2pPr marL="457063" indent="0">
              <a:buNone/>
              <a:defRPr sz="1600"/>
            </a:lvl2pPr>
            <a:lvl3pPr marL="914126" indent="0">
              <a:buNone/>
              <a:defRPr sz="1600"/>
            </a:lvl3pPr>
            <a:lvl4pPr marL="1371189" indent="0">
              <a:buNone/>
              <a:defRPr sz="1600"/>
            </a:lvl4pPr>
            <a:lvl5pPr marL="1828251" indent="0">
              <a:buNone/>
              <a:defRPr sz="1600"/>
            </a:lvl5pPr>
            <a:lvl6pPr marL="2285314" indent="0">
              <a:buNone/>
              <a:defRPr sz="1600"/>
            </a:lvl6pPr>
            <a:lvl7pPr marL="2742377" indent="0">
              <a:buNone/>
              <a:defRPr sz="1600"/>
            </a:lvl7pPr>
            <a:lvl8pPr marL="3199440" indent="0">
              <a:buNone/>
              <a:defRPr sz="1600"/>
            </a:lvl8pPr>
            <a:lvl9pPr marL="3656503"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85622" y="5299603"/>
            <a:ext cx="10128789" cy="493712"/>
          </a:xfrm>
        </p:spPr>
        <p:txBody>
          <a:bodyPr anchor="t">
            <a:normAutofit/>
          </a:bodyPr>
          <a:lstStyle>
            <a:lvl1pPr marL="0" indent="0">
              <a:buNone/>
              <a:defRPr sz="1400"/>
            </a:lvl1pPr>
            <a:lvl2pPr marL="457063" indent="0">
              <a:buNone/>
              <a:defRPr sz="1200"/>
            </a:lvl2pPr>
            <a:lvl3pPr marL="914126" indent="0">
              <a:buNone/>
              <a:defRPr sz="1000"/>
            </a:lvl3pPr>
            <a:lvl4pPr marL="1371189" indent="0">
              <a:buNone/>
              <a:defRPr sz="900"/>
            </a:lvl4pPr>
            <a:lvl5pPr marL="1828251" indent="0">
              <a:buNone/>
              <a:defRPr sz="900"/>
            </a:lvl5pPr>
            <a:lvl6pPr marL="2285314" indent="0">
              <a:buNone/>
              <a:defRPr sz="900"/>
            </a:lvl6pPr>
            <a:lvl7pPr marL="2742377" indent="0">
              <a:buNone/>
              <a:defRPr sz="900"/>
            </a:lvl7pPr>
            <a:lvl8pPr marL="3199440" indent="0">
              <a:buNone/>
              <a:defRPr sz="900"/>
            </a:lvl8pPr>
            <a:lvl9pPr marL="3656503"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160EA64-D806-43AC-9DF2-F8C432F32B4C}" type="datetimeFigureOut">
              <a:rPr lang="en-US" smtClean="0"/>
              <a:t>5/30/26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8A7A6979-0714-4377-B894-6BE4C2D6E202}" type="slidenum">
              <a:rPr lang="en-US" smtClean="0"/>
              <a:pPr/>
              <a:t>‹#›</a:t>
            </a:fld>
            <a:endParaRPr lang="en-US" dirty="0"/>
          </a:p>
        </p:txBody>
      </p:sp>
    </p:spTree>
    <p:extLst>
      <p:ext uri="{BB962C8B-B14F-4D97-AF65-F5344CB8AC3E}">
        <p14:creationId xmlns:p14="http://schemas.microsoft.com/office/powerpoint/2010/main" val="155435427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pic>
        <p:nvPicPr>
          <p:cNvPr id="7" name="Picture 6"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5651" cy="6856214"/>
          </a:xfrm>
          <a:prstGeom prst="rect">
            <a:avLst/>
          </a:prstGeom>
        </p:spPr>
      </p:pic>
      <p:sp>
        <p:nvSpPr>
          <p:cNvPr id="2" name="Title 1"/>
          <p:cNvSpPr>
            <a:spLocks noGrp="1"/>
          </p:cNvSpPr>
          <p:nvPr>
            <p:ph type="title"/>
          </p:nvPr>
        </p:nvSpPr>
        <p:spPr>
          <a:xfrm>
            <a:off x="685623" y="609601"/>
            <a:ext cx="10128789" cy="3124199"/>
          </a:xfrm>
        </p:spPr>
        <p:txBody>
          <a:bodyPr anchor="ctr">
            <a:normAutofit/>
          </a:bodyPr>
          <a:lstStyle>
            <a:lvl1pPr algn="l">
              <a:defRPr sz="3199" b="0" cap="none"/>
            </a:lvl1pPr>
          </a:lstStyle>
          <a:p>
            <a:r>
              <a:rPr lang="en-US"/>
              <a:t>Click to edit Master title style</a:t>
            </a:r>
            <a:endParaRPr lang="en-US" dirty="0"/>
          </a:p>
        </p:txBody>
      </p:sp>
      <p:sp>
        <p:nvSpPr>
          <p:cNvPr id="3" name="Text Placeholder 2"/>
          <p:cNvSpPr>
            <a:spLocks noGrp="1"/>
          </p:cNvSpPr>
          <p:nvPr>
            <p:ph type="body" idx="1"/>
          </p:nvPr>
        </p:nvSpPr>
        <p:spPr>
          <a:xfrm>
            <a:off x="685621" y="4343400"/>
            <a:ext cx="10128790" cy="1447800"/>
          </a:xfrm>
        </p:spPr>
        <p:txBody>
          <a:bodyPr anchor="ctr">
            <a:normAutofit/>
          </a:bodyPr>
          <a:lstStyle>
            <a:lvl1pPr marL="0" indent="0" algn="l">
              <a:buNone/>
              <a:defRPr sz="1999">
                <a:solidFill>
                  <a:schemeClr val="tx1"/>
                </a:solidFill>
              </a:defRPr>
            </a:lvl1pPr>
            <a:lvl2pPr marL="457063" indent="0">
              <a:buNone/>
              <a:defRPr sz="1799">
                <a:solidFill>
                  <a:schemeClr val="tx1">
                    <a:tint val="75000"/>
                  </a:schemeClr>
                </a:solidFill>
              </a:defRPr>
            </a:lvl2pPr>
            <a:lvl3pPr marL="914126" indent="0">
              <a:buNone/>
              <a:defRPr sz="1600">
                <a:solidFill>
                  <a:schemeClr val="tx1">
                    <a:tint val="75000"/>
                  </a:schemeClr>
                </a:solidFill>
              </a:defRPr>
            </a:lvl3pPr>
            <a:lvl4pPr marL="1371189" indent="0">
              <a:buNone/>
              <a:defRPr sz="1400">
                <a:solidFill>
                  <a:schemeClr val="tx1">
                    <a:tint val="75000"/>
                  </a:schemeClr>
                </a:solidFill>
              </a:defRPr>
            </a:lvl4pPr>
            <a:lvl5pPr marL="1828251" indent="0">
              <a:buNone/>
              <a:defRPr sz="1400">
                <a:solidFill>
                  <a:schemeClr val="tx1">
                    <a:tint val="75000"/>
                  </a:schemeClr>
                </a:solidFill>
              </a:defRPr>
            </a:lvl5pPr>
            <a:lvl6pPr marL="2285314" indent="0">
              <a:buNone/>
              <a:defRPr sz="1400">
                <a:solidFill>
                  <a:schemeClr val="tx1">
                    <a:tint val="75000"/>
                  </a:schemeClr>
                </a:solidFill>
              </a:defRPr>
            </a:lvl6pPr>
            <a:lvl7pPr marL="2742377" indent="0">
              <a:buNone/>
              <a:defRPr sz="1400">
                <a:solidFill>
                  <a:schemeClr val="tx1">
                    <a:tint val="75000"/>
                  </a:schemeClr>
                </a:solidFill>
              </a:defRPr>
            </a:lvl7pPr>
            <a:lvl8pPr marL="3199440" indent="0">
              <a:buNone/>
              <a:defRPr sz="1400">
                <a:solidFill>
                  <a:schemeClr val="tx1">
                    <a:tint val="75000"/>
                  </a:schemeClr>
                </a:solidFill>
              </a:defRPr>
            </a:lvl8pPr>
            <a:lvl9pPr marL="3656503"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160EA64-D806-43AC-9DF2-F8C432F32B4C}" type="datetimeFigureOut">
              <a:rPr lang="en-US" smtClean="0"/>
              <a:t>5/30/26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A7A6979-0714-4377-B894-6BE4C2D6E202}" type="slidenum">
              <a:rPr lang="en-US" smtClean="0"/>
              <a:pPr/>
              <a:t>‹#›</a:t>
            </a:fld>
            <a:endParaRPr lang="en-US" dirty="0"/>
          </a:p>
        </p:txBody>
      </p:sp>
    </p:spTree>
    <p:extLst>
      <p:ext uri="{BB962C8B-B14F-4D97-AF65-F5344CB8AC3E}">
        <p14:creationId xmlns:p14="http://schemas.microsoft.com/office/powerpoint/2010/main" val="238115192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pic>
        <p:nvPicPr>
          <p:cNvPr id="16" name="Picture 15"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5651" cy="6856214"/>
          </a:xfrm>
          <a:prstGeom prst="rect">
            <a:avLst/>
          </a:prstGeom>
        </p:spPr>
      </p:pic>
      <p:sp>
        <p:nvSpPr>
          <p:cNvPr id="15" name="TextBox 14"/>
          <p:cNvSpPr txBox="1"/>
          <p:nvPr/>
        </p:nvSpPr>
        <p:spPr>
          <a:xfrm>
            <a:off x="10235201" y="2743200"/>
            <a:ext cx="609441" cy="584776"/>
          </a:xfrm>
          <a:prstGeom prst="rect">
            <a:avLst/>
          </a:prstGeom>
        </p:spPr>
        <p:txBody>
          <a:bodyPr vert="horz" lIns="91416" tIns="45708" rIns="91416" bIns="45708"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7998" dirty="0">
                <a:solidFill>
                  <a:schemeClr val="tx1"/>
                </a:solidFill>
                <a:effectLst/>
              </a:rPr>
              <a:t>”</a:t>
            </a:r>
          </a:p>
        </p:txBody>
      </p:sp>
      <p:sp>
        <p:nvSpPr>
          <p:cNvPr id="11" name="TextBox 10"/>
          <p:cNvSpPr txBox="1"/>
          <p:nvPr/>
        </p:nvSpPr>
        <p:spPr>
          <a:xfrm>
            <a:off x="488148" y="823337"/>
            <a:ext cx="609441" cy="584776"/>
          </a:xfrm>
          <a:prstGeom prst="rect">
            <a:avLst/>
          </a:prstGeom>
        </p:spPr>
        <p:txBody>
          <a:bodyPr vert="horz" lIns="91416" tIns="45708" rIns="91416" bIns="45708"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7998" dirty="0">
                <a:solidFill>
                  <a:schemeClr val="tx1"/>
                </a:solidFill>
                <a:effectLst/>
              </a:rPr>
              <a:t>“</a:t>
            </a:r>
          </a:p>
        </p:txBody>
      </p:sp>
      <p:sp>
        <p:nvSpPr>
          <p:cNvPr id="2" name="Title 1"/>
          <p:cNvSpPr>
            <a:spLocks noGrp="1"/>
          </p:cNvSpPr>
          <p:nvPr>
            <p:ph type="title"/>
          </p:nvPr>
        </p:nvSpPr>
        <p:spPr>
          <a:xfrm>
            <a:off x="992009" y="609602"/>
            <a:ext cx="9547912" cy="2743199"/>
          </a:xfrm>
        </p:spPr>
        <p:txBody>
          <a:bodyPr anchor="ctr">
            <a:normAutofit/>
          </a:bodyPr>
          <a:lstStyle>
            <a:lvl1pPr algn="l">
              <a:defRPr sz="3199" b="0" cap="none">
                <a:solidFill>
                  <a:schemeClr val="tx1"/>
                </a:soli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1097589" y="3352800"/>
            <a:ext cx="9336752" cy="381000"/>
          </a:xfrm>
        </p:spPr>
        <p:txBody>
          <a:bodyPr anchor="ctr"/>
          <a:lstStyle>
            <a:lvl1pPr marL="0" indent="0">
              <a:buFontTx/>
              <a:buNone/>
              <a:defRPr/>
            </a:lvl1pPr>
            <a:lvl2pPr marL="457063" indent="0">
              <a:buFontTx/>
              <a:buNone/>
              <a:defRPr/>
            </a:lvl2pPr>
            <a:lvl3pPr marL="914126" indent="0">
              <a:buFontTx/>
              <a:buNone/>
              <a:defRPr/>
            </a:lvl3pPr>
            <a:lvl4pPr marL="1371189" indent="0">
              <a:buFontTx/>
              <a:buNone/>
              <a:defRPr/>
            </a:lvl4pPr>
            <a:lvl5pPr marL="1828251" indent="0">
              <a:buFontTx/>
              <a:buNone/>
              <a:defRPr/>
            </a:lvl5pPr>
          </a:lstStyle>
          <a:p>
            <a:pPr lvl="0"/>
            <a:r>
              <a:rPr lang="en-US"/>
              <a:t>Click to edit Master text styles</a:t>
            </a:r>
          </a:p>
        </p:txBody>
      </p:sp>
      <p:sp>
        <p:nvSpPr>
          <p:cNvPr id="3" name="Text Placeholder 2"/>
          <p:cNvSpPr>
            <a:spLocks noGrp="1"/>
          </p:cNvSpPr>
          <p:nvPr>
            <p:ph type="body" idx="1"/>
          </p:nvPr>
        </p:nvSpPr>
        <p:spPr>
          <a:xfrm>
            <a:off x="687287" y="4343400"/>
            <a:ext cx="10149723" cy="1447800"/>
          </a:xfrm>
        </p:spPr>
        <p:txBody>
          <a:bodyPr anchor="ctr">
            <a:normAutofit/>
          </a:bodyPr>
          <a:lstStyle>
            <a:lvl1pPr marL="0" indent="0" algn="l">
              <a:buNone/>
              <a:defRPr sz="1999">
                <a:solidFill>
                  <a:schemeClr val="tx1"/>
                </a:solidFill>
              </a:defRPr>
            </a:lvl1pPr>
            <a:lvl2pPr marL="457063" indent="0">
              <a:buNone/>
              <a:defRPr sz="1799">
                <a:solidFill>
                  <a:schemeClr val="tx1">
                    <a:tint val="75000"/>
                  </a:schemeClr>
                </a:solidFill>
              </a:defRPr>
            </a:lvl2pPr>
            <a:lvl3pPr marL="914126" indent="0">
              <a:buNone/>
              <a:defRPr sz="1600">
                <a:solidFill>
                  <a:schemeClr val="tx1">
                    <a:tint val="75000"/>
                  </a:schemeClr>
                </a:solidFill>
              </a:defRPr>
            </a:lvl3pPr>
            <a:lvl4pPr marL="1371189" indent="0">
              <a:buNone/>
              <a:defRPr sz="1400">
                <a:solidFill>
                  <a:schemeClr val="tx1">
                    <a:tint val="75000"/>
                  </a:schemeClr>
                </a:solidFill>
              </a:defRPr>
            </a:lvl4pPr>
            <a:lvl5pPr marL="1828251" indent="0">
              <a:buNone/>
              <a:defRPr sz="1400">
                <a:solidFill>
                  <a:schemeClr val="tx1">
                    <a:tint val="75000"/>
                  </a:schemeClr>
                </a:solidFill>
              </a:defRPr>
            </a:lvl5pPr>
            <a:lvl6pPr marL="2285314" indent="0">
              <a:buNone/>
              <a:defRPr sz="1400">
                <a:solidFill>
                  <a:schemeClr val="tx1">
                    <a:tint val="75000"/>
                  </a:schemeClr>
                </a:solidFill>
              </a:defRPr>
            </a:lvl6pPr>
            <a:lvl7pPr marL="2742377" indent="0">
              <a:buNone/>
              <a:defRPr sz="1400">
                <a:solidFill>
                  <a:schemeClr val="tx1">
                    <a:tint val="75000"/>
                  </a:schemeClr>
                </a:solidFill>
              </a:defRPr>
            </a:lvl7pPr>
            <a:lvl8pPr marL="3199440" indent="0">
              <a:buNone/>
              <a:defRPr sz="1400">
                <a:solidFill>
                  <a:schemeClr val="tx1">
                    <a:tint val="75000"/>
                  </a:schemeClr>
                </a:solidFill>
              </a:defRPr>
            </a:lvl8pPr>
            <a:lvl9pPr marL="3656503"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160EA64-D806-43AC-9DF2-F8C432F32B4C}" type="datetimeFigureOut">
              <a:rPr lang="en-US" smtClean="0"/>
              <a:t>5/30/26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A7A6979-0714-4377-B894-6BE4C2D6E202}" type="slidenum">
              <a:rPr lang="en-US" smtClean="0"/>
              <a:pPr/>
              <a:t>‹#›</a:t>
            </a:fld>
            <a:endParaRPr lang="en-US" dirty="0"/>
          </a:p>
        </p:txBody>
      </p:sp>
    </p:spTree>
    <p:extLst>
      <p:ext uri="{BB962C8B-B14F-4D97-AF65-F5344CB8AC3E}">
        <p14:creationId xmlns:p14="http://schemas.microsoft.com/office/powerpoint/2010/main" val="285560242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5651" cy="6856214"/>
          </a:xfrm>
          <a:prstGeom prst="rect">
            <a:avLst/>
          </a:prstGeom>
        </p:spPr>
      </p:pic>
      <p:sp>
        <p:nvSpPr>
          <p:cNvPr id="2" name="Title 1"/>
          <p:cNvSpPr>
            <a:spLocks noGrp="1"/>
          </p:cNvSpPr>
          <p:nvPr>
            <p:ph type="title"/>
          </p:nvPr>
        </p:nvSpPr>
        <p:spPr>
          <a:xfrm>
            <a:off x="685624" y="3308581"/>
            <a:ext cx="10128787" cy="1468800"/>
          </a:xfrm>
        </p:spPr>
        <p:txBody>
          <a:bodyPr anchor="b">
            <a:normAutofit/>
          </a:bodyPr>
          <a:lstStyle>
            <a:lvl1pPr algn="l">
              <a:defRPr sz="3199" b="0" cap="none"/>
            </a:lvl1pPr>
          </a:lstStyle>
          <a:p>
            <a:r>
              <a:rPr lang="en-US"/>
              <a:t>Click to edit Master title style</a:t>
            </a:r>
            <a:endParaRPr lang="en-US" dirty="0"/>
          </a:p>
        </p:txBody>
      </p:sp>
      <p:sp>
        <p:nvSpPr>
          <p:cNvPr id="3" name="Text Placeholder 2"/>
          <p:cNvSpPr>
            <a:spLocks noGrp="1"/>
          </p:cNvSpPr>
          <p:nvPr>
            <p:ph type="body" idx="1"/>
          </p:nvPr>
        </p:nvSpPr>
        <p:spPr>
          <a:xfrm>
            <a:off x="685622" y="4777381"/>
            <a:ext cx="10128788" cy="860400"/>
          </a:xfrm>
        </p:spPr>
        <p:txBody>
          <a:bodyPr anchor="t">
            <a:normAutofit/>
          </a:bodyPr>
          <a:lstStyle>
            <a:lvl1pPr marL="0" indent="0" algn="l">
              <a:buNone/>
              <a:defRPr sz="1999">
                <a:solidFill>
                  <a:schemeClr val="tx1"/>
                </a:solidFill>
              </a:defRPr>
            </a:lvl1pPr>
            <a:lvl2pPr marL="457063" indent="0">
              <a:buNone/>
              <a:defRPr sz="1799">
                <a:solidFill>
                  <a:schemeClr val="tx1">
                    <a:tint val="75000"/>
                  </a:schemeClr>
                </a:solidFill>
              </a:defRPr>
            </a:lvl2pPr>
            <a:lvl3pPr marL="914126" indent="0">
              <a:buNone/>
              <a:defRPr sz="1600">
                <a:solidFill>
                  <a:schemeClr val="tx1">
                    <a:tint val="75000"/>
                  </a:schemeClr>
                </a:solidFill>
              </a:defRPr>
            </a:lvl3pPr>
            <a:lvl4pPr marL="1371189" indent="0">
              <a:buNone/>
              <a:defRPr sz="1400">
                <a:solidFill>
                  <a:schemeClr val="tx1">
                    <a:tint val="75000"/>
                  </a:schemeClr>
                </a:solidFill>
              </a:defRPr>
            </a:lvl4pPr>
            <a:lvl5pPr marL="1828251" indent="0">
              <a:buNone/>
              <a:defRPr sz="1400">
                <a:solidFill>
                  <a:schemeClr val="tx1">
                    <a:tint val="75000"/>
                  </a:schemeClr>
                </a:solidFill>
              </a:defRPr>
            </a:lvl5pPr>
            <a:lvl6pPr marL="2285314" indent="0">
              <a:buNone/>
              <a:defRPr sz="1400">
                <a:solidFill>
                  <a:schemeClr val="tx1">
                    <a:tint val="75000"/>
                  </a:schemeClr>
                </a:solidFill>
              </a:defRPr>
            </a:lvl6pPr>
            <a:lvl7pPr marL="2742377" indent="0">
              <a:buNone/>
              <a:defRPr sz="1400">
                <a:solidFill>
                  <a:schemeClr val="tx1">
                    <a:tint val="75000"/>
                  </a:schemeClr>
                </a:solidFill>
              </a:defRPr>
            </a:lvl7pPr>
            <a:lvl8pPr marL="3199440" indent="0">
              <a:buNone/>
              <a:defRPr sz="1400">
                <a:solidFill>
                  <a:schemeClr val="tx1">
                    <a:tint val="75000"/>
                  </a:schemeClr>
                </a:solidFill>
              </a:defRPr>
            </a:lvl8pPr>
            <a:lvl9pPr marL="3656503"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160EA64-D806-43AC-9DF2-F8C432F32B4C}" type="datetimeFigureOut">
              <a:rPr lang="en-US" smtClean="0"/>
              <a:t>5/30/26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A7A6979-0714-4377-B894-6BE4C2D6E202}" type="slidenum">
              <a:rPr lang="en-US" smtClean="0"/>
              <a:pPr/>
              <a:t>‹#›</a:t>
            </a:fld>
            <a:endParaRPr lang="en-US" dirty="0"/>
          </a:p>
        </p:txBody>
      </p:sp>
    </p:spTree>
    <p:extLst>
      <p:ext uri="{BB962C8B-B14F-4D97-AF65-F5344CB8AC3E}">
        <p14:creationId xmlns:p14="http://schemas.microsoft.com/office/powerpoint/2010/main" val="16909931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pic>
        <p:nvPicPr>
          <p:cNvPr id="11" name="Picture 10"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5651" cy="6856214"/>
          </a:xfrm>
          <a:prstGeom prst="rect">
            <a:avLst/>
          </a:prstGeom>
        </p:spPr>
      </p:pic>
      <p:sp>
        <p:nvSpPr>
          <p:cNvPr id="13" name="TextBox 12"/>
          <p:cNvSpPr txBox="1"/>
          <p:nvPr/>
        </p:nvSpPr>
        <p:spPr>
          <a:xfrm>
            <a:off x="10235201" y="2743200"/>
            <a:ext cx="609441" cy="584776"/>
          </a:xfrm>
          <a:prstGeom prst="rect">
            <a:avLst/>
          </a:prstGeom>
        </p:spPr>
        <p:txBody>
          <a:bodyPr vert="horz" lIns="91416" tIns="45708" rIns="91416" bIns="45708"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7998" dirty="0">
                <a:solidFill>
                  <a:schemeClr val="tx1"/>
                </a:solidFill>
                <a:effectLst/>
              </a:rPr>
              <a:t>”</a:t>
            </a:r>
          </a:p>
        </p:txBody>
      </p:sp>
      <p:sp>
        <p:nvSpPr>
          <p:cNvPr id="14" name="TextBox 13"/>
          <p:cNvSpPr txBox="1"/>
          <p:nvPr/>
        </p:nvSpPr>
        <p:spPr>
          <a:xfrm>
            <a:off x="488148" y="823337"/>
            <a:ext cx="609441" cy="584776"/>
          </a:xfrm>
          <a:prstGeom prst="rect">
            <a:avLst/>
          </a:prstGeom>
        </p:spPr>
        <p:txBody>
          <a:bodyPr vert="horz" lIns="91416" tIns="45708" rIns="91416" bIns="45708"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7998" dirty="0">
                <a:solidFill>
                  <a:schemeClr val="tx1"/>
                </a:solidFill>
                <a:effectLst/>
              </a:rPr>
              <a:t>“</a:t>
            </a:r>
          </a:p>
        </p:txBody>
      </p:sp>
      <p:sp>
        <p:nvSpPr>
          <p:cNvPr id="16" name="Title 1"/>
          <p:cNvSpPr>
            <a:spLocks noGrp="1"/>
          </p:cNvSpPr>
          <p:nvPr>
            <p:ph type="title"/>
          </p:nvPr>
        </p:nvSpPr>
        <p:spPr>
          <a:xfrm>
            <a:off x="992009" y="609602"/>
            <a:ext cx="9547912" cy="2743199"/>
          </a:xfrm>
        </p:spPr>
        <p:txBody>
          <a:bodyPr anchor="ctr">
            <a:normAutofit/>
          </a:bodyPr>
          <a:lstStyle>
            <a:lvl1pPr algn="l">
              <a:defRPr sz="3199" b="0" cap="none">
                <a:solidFill>
                  <a:schemeClr val="tx1"/>
                </a:soli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685621" y="3886200"/>
            <a:ext cx="10132797" cy="889000"/>
          </a:xfrm>
        </p:spPr>
        <p:txBody>
          <a:bodyPr vert="horz" lIns="91440" tIns="45720" rIns="91440" bIns="45720" rtlCol="0" anchor="b">
            <a:normAutofit/>
          </a:bodyPr>
          <a:lstStyle>
            <a:lvl1pPr>
              <a:buNone/>
              <a:defRPr lang="en-US" sz="2399" b="0" cap="none" dirty="0">
                <a:ln w="3175" cmpd="sng">
                  <a:noFill/>
                </a:ln>
                <a:solidFill>
                  <a:schemeClr val="tx1"/>
                </a:solidFill>
                <a:effectLst/>
              </a:defRPr>
            </a:lvl1pPr>
          </a:lstStyle>
          <a:p>
            <a:pPr marL="0" lvl="0">
              <a:spcBef>
                <a:spcPct val="0"/>
              </a:spcBef>
              <a:buNone/>
            </a:pPr>
            <a:r>
              <a:rPr lang="en-US"/>
              <a:t>Click to edit Master text styles</a:t>
            </a:r>
          </a:p>
        </p:txBody>
      </p:sp>
      <p:sp>
        <p:nvSpPr>
          <p:cNvPr id="3" name="Text Placeholder 2"/>
          <p:cNvSpPr>
            <a:spLocks noGrp="1"/>
          </p:cNvSpPr>
          <p:nvPr>
            <p:ph type="body" idx="1"/>
          </p:nvPr>
        </p:nvSpPr>
        <p:spPr>
          <a:xfrm>
            <a:off x="685620" y="4775200"/>
            <a:ext cx="10132797" cy="1016000"/>
          </a:xfrm>
        </p:spPr>
        <p:txBody>
          <a:bodyPr anchor="t">
            <a:normAutofit/>
          </a:bodyPr>
          <a:lstStyle>
            <a:lvl1pPr marL="0" indent="0" algn="l">
              <a:buNone/>
              <a:defRPr sz="1799">
                <a:solidFill>
                  <a:schemeClr val="tx1"/>
                </a:solidFill>
              </a:defRPr>
            </a:lvl1pPr>
            <a:lvl2pPr marL="457063" indent="0">
              <a:buNone/>
              <a:defRPr sz="1799">
                <a:solidFill>
                  <a:schemeClr val="tx1">
                    <a:tint val="75000"/>
                  </a:schemeClr>
                </a:solidFill>
              </a:defRPr>
            </a:lvl2pPr>
            <a:lvl3pPr marL="914126" indent="0">
              <a:buNone/>
              <a:defRPr sz="1600">
                <a:solidFill>
                  <a:schemeClr val="tx1">
                    <a:tint val="75000"/>
                  </a:schemeClr>
                </a:solidFill>
              </a:defRPr>
            </a:lvl3pPr>
            <a:lvl4pPr marL="1371189" indent="0">
              <a:buNone/>
              <a:defRPr sz="1400">
                <a:solidFill>
                  <a:schemeClr val="tx1">
                    <a:tint val="75000"/>
                  </a:schemeClr>
                </a:solidFill>
              </a:defRPr>
            </a:lvl4pPr>
            <a:lvl5pPr marL="1828251" indent="0">
              <a:buNone/>
              <a:defRPr sz="1400">
                <a:solidFill>
                  <a:schemeClr val="tx1">
                    <a:tint val="75000"/>
                  </a:schemeClr>
                </a:solidFill>
              </a:defRPr>
            </a:lvl5pPr>
            <a:lvl6pPr marL="2285314" indent="0">
              <a:buNone/>
              <a:defRPr sz="1400">
                <a:solidFill>
                  <a:schemeClr val="tx1">
                    <a:tint val="75000"/>
                  </a:schemeClr>
                </a:solidFill>
              </a:defRPr>
            </a:lvl6pPr>
            <a:lvl7pPr marL="2742377" indent="0">
              <a:buNone/>
              <a:defRPr sz="1400">
                <a:solidFill>
                  <a:schemeClr val="tx1">
                    <a:tint val="75000"/>
                  </a:schemeClr>
                </a:solidFill>
              </a:defRPr>
            </a:lvl7pPr>
            <a:lvl8pPr marL="3199440" indent="0">
              <a:buNone/>
              <a:defRPr sz="1400">
                <a:solidFill>
                  <a:schemeClr val="tx1">
                    <a:tint val="75000"/>
                  </a:schemeClr>
                </a:solidFill>
              </a:defRPr>
            </a:lvl8pPr>
            <a:lvl9pPr marL="3656503"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160EA64-D806-43AC-9DF2-F8C432F32B4C}" type="datetimeFigureOut">
              <a:rPr lang="en-US" smtClean="0"/>
              <a:t>5/30/26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A7A6979-0714-4377-B894-6BE4C2D6E202}" type="slidenum">
              <a:rPr lang="en-US" smtClean="0"/>
              <a:pPr/>
              <a:t>‹#›</a:t>
            </a:fld>
            <a:endParaRPr lang="en-US" dirty="0"/>
          </a:p>
        </p:txBody>
      </p:sp>
    </p:spTree>
    <p:extLst>
      <p:ext uri="{BB962C8B-B14F-4D97-AF65-F5344CB8AC3E}">
        <p14:creationId xmlns:p14="http://schemas.microsoft.com/office/powerpoint/2010/main" val="99787611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5651" cy="6856214"/>
          </a:xfrm>
          <a:prstGeom prst="rect">
            <a:avLst/>
          </a:prstGeom>
        </p:spPr>
      </p:pic>
      <p:sp>
        <p:nvSpPr>
          <p:cNvPr id="2" name="Title 1"/>
          <p:cNvSpPr>
            <a:spLocks noGrp="1"/>
          </p:cNvSpPr>
          <p:nvPr>
            <p:ph type="title"/>
          </p:nvPr>
        </p:nvSpPr>
        <p:spPr>
          <a:xfrm>
            <a:off x="685623" y="609602"/>
            <a:ext cx="10128789" cy="2743199"/>
          </a:xfrm>
        </p:spPr>
        <p:txBody>
          <a:bodyPr vert="horz" lIns="91440" tIns="45720" rIns="91440" bIns="45720" rtlCol="0" anchor="ctr">
            <a:normAutofit/>
          </a:bodyPr>
          <a:lstStyle>
            <a:lvl1pPr>
              <a:defRPr lang="en-US" b="0" dirty="0"/>
            </a:lvl1pPr>
          </a:lstStyle>
          <a:p>
            <a:pPr marL="0" lvl="0"/>
            <a:r>
              <a:rPr lang="en-US"/>
              <a:t>Click to edit Master title style</a:t>
            </a:r>
            <a:endParaRPr lang="en-US" dirty="0"/>
          </a:p>
        </p:txBody>
      </p:sp>
      <p:sp>
        <p:nvSpPr>
          <p:cNvPr id="10" name="Text Placeholder 9"/>
          <p:cNvSpPr>
            <a:spLocks noGrp="1"/>
          </p:cNvSpPr>
          <p:nvPr>
            <p:ph type="body" sz="quarter" idx="13"/>
          </p:nvPr>
        </p:nvSpPr>
        <p:spPr>
          <a:xfrm>
            <a:off x="685622" y="3505200"/>
            <a:ext cx="10128790" cy="838200"/>
          </a:xfrm>
        </p:spPr>
        <p:txBody>
          <a:bodyPr vert="horz" lIns="91440" tIns="45720" rIns="91440" bIns="45720" rtlCol="0" anchor="b">
            <a:normAutofit/>
          </a:bodyPr>
          <a:lstStyle>
            <a:lvl1pPr>
              <a:buNone/>
              <a:defRPr lang="en-US" sz="2799" b="0" cap="none" dirty="0">
                <a:ln w="3175" cmpd="sng">
                  <a:noFill/>
                </a:ln>
                <a:solidFill>
                  <a:schemeClr val="tx1"/>
                </a:solidFill>
                <a:effectLst/>
              </a:defRPr>
            </a:lvl1pPr>
          </a:lstStyle>
          <a:p>
            <a:pPr marL="0" lvl="0">
              <a:spcBef>
                <a:spcPct val="0"/>
              </a:spcBef>
              <a:buNone/>
            </a:pPr>
            <a:r>
              <a:rPr lang="en-US"/>
              <a:t>Click to edit Master text styles</a:t>
            </a:r>
          </a:p>
        </p:txBody>
      </p:sp>
      <p:sp>
        <p:nvSpPr>
          <p:cNvPr id="3" name="Text Placeholder 2"/>
          <p:cNvSpPr>
            <a:spLocks noGrp="1"/>
          </p:cNvSpPr>
          <p:nvPr>
            <p:ph type="body" idx="1"/>
          </p:nvPr>
        </p:nvSpPr>
        <p:spPr>
          <a:xfrm>
            <a:off x="685621" y="4343400"/>
            <a:ext cx="10128790" cy="1447800"/>
          </a:xfrm>
        </p:spPr>
        <p:txBody>
          <a:bodyPr anchor="t">
            <a:normAutofit/>
          </a:bodyPr>
          <a:lstStyle>
            <a:lvl1pPr marL="0" indent="0" algn="l">
              <a:buNone/>
              <a:defRPr sz="1799">
                <a:solidFill>
                  <a:schemeClr val="tx1"/>
                </a:solidFill>
              </a:defRPr>
            </a:lvl1pPr>
            <a:lvl2pPr marL="457063" indent="0">
              <a:buNone/>
              <a:defRPr sz="1799">
                <a:solidFill>
                  <a:schemeClr val="tx1">
                    <a:tint val="75000"/>
                  </a:schemeClr>
                </a:solidFill>
              </a:defRPr>
            </a:lvl2pPr>
            <a:lvl3pPr marL="914126" indent="0">
              <a:buNone/>
              <a:defRPr sz="1600">
                <a:solidFill>
                  <a:schemeClr val="tx1">
                    <a:tint val="75000"/>
                  </a:schemeClr>
                </a:solidFill>
              </a:defRPr>
            </a:lvl3pPr>
            <a:lvl4pPr marL="1371189" indent="0">
              <a:buNone/>
              <a:defRPr sz="1400">
                <a:solidFill>
                  <a:schemeClr val="tx1">
                    <a:tint val="75000"/>
                  </a:schemeClr>
                </a:solidFill>
              </a:defRPr>
            </a:lvl4pPr>
            <a:lvl5pPr marL="1828251" indent="0">
              <a:buNone/>
              <a:defRPr sz="1400">
                <a:solidFill>
                  <a:schemeClr val="tx1">
                    <a:tint val="75000"/>
                  </a:schemeClr>
                </a:solidFill>
              </a:defRPr>
            </a:lvl5pPr>
            <a:lvl6pPr marL="2285314" indent="0">
              <a:buNone/>
              <a:defRPr sz="1400">
                <a:solidFill>
                  <a:schemeClr val="tx1">
                    <a:tint val="75000"/>
                  </a:schemeClr>
                </a:solidFill>
              </a:defRPr>
            </a:lvl6pPr>
            <a:lvl7pPr marL="2742377" indent="0">
              <a:buNone/>
              <a:defRPr sz="1400">
                <a:solidFill>
                  <a:schemeClr val="tx1">
                    <a:tint val="75000"/>
                  </a:schemeClr>
                </a:solidFill>
              </a:defRPr>
            </a:lvl7pPr>
            <a:lvl8pPr marL="3199440" indent="0">
              <a:buNone/>
              <a:defRPr sz="1400">
                <a:solidFill>
                  <a:schemeClr val="tx1">
                    <a:tint val="75000"/>
                  </a:schemeClr>
                </a:solidFill>
              </a:defRPr>
            </a:lvl8pPr>
            <a:lvl9pPr marL="3656503"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160EA64-D806-43AC-9DF2-F8C432F32B4C}" type="datetimeFigureOut">
              <a:rPr lang="en-US" smtClean="0"/>
              <a:t>5/30/26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A7A6979-0714-4377-B894-6BE4C2D6E202}" type="slidenum">
              <a:rPr lang="en-US" smtClean="0"/>
              <a:pPr/>
              <a:t>‹#›</a:t>
            </a:fld>
            <a:endParaRPr lang="en-US" dirty="0"/>
          </a:p>
        </p:txBody>
      </p:sp>
    </p:spTree>
    <p:extLst>
      <p:ext uri="{BB962C8B-B14F-4D97-AF65-F5344CB8AC3E}">
        <p14:creationId xmlns:p14="http://schemas.microsoft.com/office/powerpoint/2010/main" val="1492968796"/>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pic>
        <p:nvPicPr>
          <p:cNvPr id="7" name="Picture 6"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5651" cy="6856214"/>
          </a:xfrm>
          <a:prstGeom prst="rect">
            <a:avLst/>
          </a:prstGeom>
        </p:spPr>
      </p:pic>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5/30/26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
        <p:nvSpPr>
          <p:cNvPr id="8" name="Title 1"/>
          <p:cNvSpPr>
            <a:spLocks noGrp="1"/>
          </p:cNvSpPr>
          <p:nvPr>
            <p:ph type="title"/>
          </p:nvPr>
        </p:nvSpPr>
        <p:spPr>
          <a:xfrm>
            <a:off x="685623" y="609601"/>
            <a:ext cx="10128787" cy="1456267"/>
          </a:xfrm>
        </p:spPr>
        <p:txBody>
          <a:bodyPr/>
          <a:lstStyle/>
          <a:p>
            <a:r>
              <a:rPr lang="en-US"/>
              <a:t>Click to edit Master title style</a:t>
            </a:r>
            <a:endParaRPr lang="en-US" dirty="0"/>
          </a:p>
        </p:txBody>
      </p:sp>
    </p:spTree>
    <p:extLst>
      <p:ext uri="{BB962C8B-B14F-4D97-AF65-F5344CB8AC3E}">
        <p14:creationId xmlns:p14="http://schemas.microsoft.com/office/powerpoint/2010/main" val="3817266310"/>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pic>
        <p:nvPicPr>
          <p:cNvPr id="7" name="Picture 6"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5651" cy="6856214"/>
          </a:xfrm>
          <a:prstGeom prst="rect">
            <a:avLst/>
          </a:prstGeom>
        </p:spPr>
      </p:pic>
      <p:sp>
        <p:nvSpPr>
          <p:cNvPr id="2" name="Vertical Title 1"/>
          <p:cNvSpPr>
            <a:spLocks noGrp="1"/>
          </p:cNvSpPr>
          <p:nvPr>
            <p:ph type="title" orient="vert"/>
          </p:nvPr>
        </p:nvSpPr>
        <p:spPr>
          <a:xfrm>
            <a:off x="8656420" y="609600"/>
            <a:ext cx="2157990" cy="518160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85622" y="609600"/>
            <a:ext cx="7830076" cy="5181600"/>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5/30/26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574978731"/>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8.xml"/><Relationship Id="rId2" Type="http://schemas.openxmlformats.org/officeDocument/2006/relationships/slideLayout" Target="../slideLayouts/slideLayout7.xml"/><Relationship Id="rId1" Type="http://schemas.openxmlformats.org/officeDocument/2006/relationships/slideLayout" Target="../slideLayouts/slideLayout6.xml"/><Relationship Id="rId6" Type="http://schemas.openxmlformats.org/officeDocument/2006/relationships/image" Target="../media/image4.png"/><Relationship Id="rId5" Type="http://schemas.openxmlformats.org/officeDocument/2006/relationships/theme" Target="../theme/theme2.xml"/><Relationship Id="rId4" Type="http://schemas.openxmlformats.org/officeDocument/2006/relationships/slideLayout" Target="../slideLayouts/slideLayout9.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17.xml"/><Relationship Id="rId13" Type="http://schemas.openxmlformats.org/officeDocument/2006/relationships/slideLayout" Target="../slideLayouts/slideLayout22.xml"/><Relationship Id="rId18" Type="http://schemas.openxmlformats.org/officeDocument/2006/relationships/theme" Target="../theme/theme3.xml"/><Relationship Id="rId3" Type="http://schemas.openxmlformats.org/officeDocument/2006/relationships/slideLayout" Target="../slideLayouts/slideLayout12.xml"/><Relationship Id="rId7" Type="http://schemas.openxmlformats.org/officeDocument/2006/relationships/slideLayout" Target="../slideLayouts/slideLayout16.xml"/><Relationship Id="rId12" Type="http://schemas.openxmlformats.org/officeDocument/2006/relationships/slideLayout" Target="../slideLayouts/slideLayout21.xml"/><Relationship Id="rId17" Type="http://schemas.openxmlformats.org/officeDocument/2006/relationships/slideLayout" Target="../slideLayouts/slideLayout26.xml"/><Relationship Id="rId2" Type="http://schemas.openxmlformats.org/officeDocument/2006/relationships/slideLayout" Target="../slideLayouts/slideLayout11.xml"/><Relationship Id="rId16" Type="http://schemas.openxmlformats.org/officeDocument/2006/relationships/slideLayout" Target="../slideLayouts/slideLayout25.xml"/><Relationship Id="rId1" Type="http://schemas.openxmlformats.org/officeDocument/2006/relationships/slideLayout" Target="../slideLayouts/slideLayout10.xml"/><Relationship Id="rId6" Type="http://schemas.openxmlformats.org/officeDocument/2006/relationships/slideLayout" Target="../slideLayouts/slideLayout15.xml"/><Relationship Id="rId11" Type="http://schemas.openxmlformats.org/officeDocument/2006/relationships/slideLayout" Target="../slideLayouts/slideLayout20.xml"/><Relationship Id="rId5" Type="http://schemas.openxmlformats.org/officeDocument/2006/relationships/slideLayout" Target="../slideLayouts/slideLayout14.xml"/><Relationship Id="rId15" Type="http://schemas.openxmlformats.org/officeDocument/2006/relationships/slideLayout" Target="../slideLayouts/slideLayout24.xml"/><Relationship Id="rId10" Type="http://schemas.openxmlformats.org/officeDocument/2006/relationships/slideLayout" Target="../slideLayouts/slideLayout19.xml"/><Relationship Id="rId4" Type="http://schemas.openxmlformats.org/officeDocument/2006/relationships/slideLayout" Target="../slideLayouts/slideLayout13.xml"/><Relationship Id="rId9" Type="http://schemas.openxmlformats.org/officeDocument/2006/relationships/slideLayout" Target="../slideLayouts/slideLayout18.xml"/><Relationship Id="rId14" Type="http://schemas.openxmlformats.org/officeDocument/2006/relationships/slideLayout" Target="../slideLayouts/slideLayout2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3" name="Picture 2" descr="Graphical user interface&#10;&#10;Description automatically generated with low confidence">
            <a:extLst>
              <a:ext uri="{FF2B5EF4-FFF2-40B4-BE49-F238E27FC236}">
                <a16:creationId xmlns:a16="http://schemas.microsoft.com/office/drawing/2014/main" id="{A5539033-C0C6-7E30-2E5F-43B91D382BE4}"/>
              </a:ext>
            </a:extLst>
          </p:cNvPr>
          <p:cNvPicPr>
            <a:picLocks noChangeAspect="1"/>
          </p:cNvPicPr>
          <p:nvPr/>
        </p:nvPicPr>
        <p:blipFill>
          <a:blip r:embed="rId7"/>
          <a:stretch>
            <a:fillRect/>
          </a:stretch>
        </p:blipFill>
        <p:spPr>
          <a:xfrm>
            <a:off x="0" y="0"/>
            <a:ext cx="12188825" cy="6858000"/>
          </a:xfrm>
          <a:prstGeom prst="rect">
            <a:avLst/>
          </a:prstGeom>
        </p:spPr>
      </p:pic>
      <p:sp>
        <p:nvSpPr>
          <p:cNvPr id="2" name="TextBox 1">
            <a:extLst>
              <a:ext uri="{FF2B5EF4-FFF2-40B4-BE49-F238E27FC236}">
                <a16:creationId xmlns:a16="http://schemas.microsoft.com/office/drawing/2014/main" id="{2860A96D-A065-7A9B-9FAA-1F11416E6DF0}"/>
              </a:ext>
            </a:extLst>
          </p:cNvPr>
          <p:cNvSpPr txBox="1"/>
          <p:nvPr/>
        </p:nvSpPr>
        <p:spPr>
          <a:xfrm>
            <a:off x="5916658" y="6412469"/>
            <a:ext cx="558654" cy="276999"/>
          </a:xfrm>
          <a:prstGeom prst="rect">
            <a:avLst/>
          </a:prstGeom>
          <a:noFill/>
        </p:spPr>
        <p:txBody>
          <a:bodyPr wrap="square" rtlCol="0">
            <a:spAutoFit/>
          </a:bodyPr>
          <a:lstStyle/>
          <a:p>
            <a:fld id="{5E10DED2-F0BD-48AD-B262-DCA3F2B5B873}" type="slidenum">
              <a:rPr lang="en-US" sz="1200" smtClean="0">
                <a:latin typeface="+mj-lt"/>
              </a:rPr>
              <a:t>‹#›</a:t>
            </a:fld>
            <a:endParaRPr lang="en-US" sz="1799">
              <a:latin typeface="+mj-lt"/>
            </a:endParaRPr>
          </a:p>
        </p:txBody>
      </p:sp>
      <p:sp>
        <p:nvSpPr>
          <p:cNvPr id="4" name="Title Placeholder 3">
            <a:extLst>
              <a:ext uri="{FF2B5EF4-FFF2-40B4-BE49-F238E27FC236}">
                <a16:creationId xmlns:a16="http://schemas.microsoft.com/office/drawing/2014/main" id="{FB40A20C-A2ED-28D6-C3D5-B3661E81A332}"/>
              </a:ext>
            </a:extLst>
          </p:cNvPr>
          <p:cNvSpPr>
            <a:spLocks noGrp="1"/>
          </p:cNvSpPr>
          <p:nvPr>
            <p:ph type="title"/>
          </p:nvPr>
        </p:nvSpPr>
        <p:spPr>
          <a:xfrm>
            <a:off x="279328" y="255058"/>
            <a:ext cx="6399133" cy="422275"/>
          </a:xfrm>
          <a:prstGeom prst="rect">
            <a:avLst/>
          </a:prstGeom>
        </p:spPr>
        <p:txBody>
          <a:bodyPr vert="horz" lIns="91440" tIns="45720" rIns="91440" bIns="45720" rtlCol="0" anchor="ctr">
            <a:noAutofit/>
          </a:bodyPr>
          <a:lstStyle/>
          <a:p>
            <a:r>
              <a:rPr lang="en-US"/>
              <a:t>Click to edit Master title style</a:t>
            </a:r>
          </a:p>
        </p:txBody>
      </p:sp>
      <p:sp>
        <p:nvSpPr>
          <p:cNvPr id="5" name="Text Placeholder 4">
            <a:extLst>
              <a:ext uri="{FF2B5EF4-FFF2-40B4-BE49-F238E27FC236}">
                <a16:creationId xmlns:a16="http://schemas.microsoft.com/office/drawing/2014/main" id="{F2916DF7-1270-AE7D-6F2B-2CDF3BF447EA}"/>
              </a:ext>
            </a:extLst>
          </p:cNvPr>
          <p:cNvSpPr>
            <a:spLocks noGrp="1"/>
          </p:cNvSpPr>
          <p:nvPr>
            <p:ph type="body" idx="1"/>
          </p:nvPr>
        </p:nvSpPr>
        <p:spPr>
          <a:xfrm>
            <a:off x="279327" y="1139825"/>
            <a:ext cx="11350843"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663807066"/>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Lst>
  <p:txStyles>
    <p:titleStyle>
      <a:lvl1pPr algn="l" defTabSz="914126" rtl="0" eaLnBrk="1" latinLnBrk="0" hangingPunct="1">
        <a:lnSpc>
          <a:spcPct val="90000"/>
        </a:lnSpc>
        <a:spcBef>
          <a:spcPct val="0"/>
        </a:spcBef>
        <a:buNone/>
        <a:defRPr sz="3999" kern="1200">
          <a:solidFill>
            <a:schemeClr val="bg1"/>
          </a:solidFill>
          <a:latin typeface="+mj-lt"/>
          <a:ea typeface="+mj-ea"/>
          <a:cs typeface="+mj-cs"/>
        </a:defRPr>
      </a:lvl1pPr>
    </p:titleStyle>
    <p:bodyStyle>
      <a:lvl1pPr marL="0" indent="0" algn="l" defTabSz="914126" rtl="0" eaLnBrk="1" latinLnBrk="0" hangingPunct="1">
        <a:lnSpc>
          <a:spcPct val="90000"/>
        </a:lnSpc>
        <a:spcBef>
          <a:spcPts val="1000"/>
        </a:spcBef>
        <a:buFont typeface="Arial" panose="020B0604020202020204" pitchFamily="34" charset="0"/>
        <a:buNone/>
        <a:defRPr sz="2799" kern="1200">
          <a:solidFill>
            <a:schemeClr val="tx1"/>
          </a:solidFill>
          <a:latin typeface="+mj-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j-lt"/>
          <a:ea typeface="+mn-ea"/>
          <a:cs typeface="+mn-cs"/>
        </a:defRPr>
      </a:lvl2pPr>
      <a:lvl3pPr marL="1142657" indent="-228531" algn="l" defTabSz="914126" rtl="0" eaLnBrk="1" latinLnBrk="0" hangingPunct="1">
        <a:lnSpc>
          <a:spcPct val="90000"/>
        </a:lnSpc>
        <a:spcBef>
          <a:spcPts val="500"/>
        </a:spcBef>
        <a:buFont typeface="Wingdings" panose="05000000000000000000" pitchFamily="2" charset="2"/>
        <a:buChar char="§"/>
        <a:defRPr sz="1999" kern="1200">
          <a:solidFill>
            <a:schemeClr val="tx1"/>
          </a:solidFill>
          <a:latin typeface="+mj-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j-lt"/>
          <a:ea typeface="+mn-ea"/>
          <a:cs typeface="+mn-cs"/>
        </a:defRPr>
      </a:lvl4pPr>
      <a:lvl5pPr marL="2056783" indent="-228531" algn="l" defTabSz="914126" rtl="0" eaLnBrk="1" latinLnBrk="0" hangingPunct="1">
        <a:lnSpc>
          <a:spcPct val="90000"/>
        </a:lnSpc>
        <a:spcBef>
          <a:spcPts val="500"/>
        </a:spcBef>
        <a:buFont typeface="Wingdings" panose="05000000000000000000" pitchFamily="2" charset="2"/>
        <a:buChar char="§"/>
        <a:defRPr sz="1799" kern="1200">
          <a:solidFill>
            <a:schemeClr val="tx1"/>
          </a:solidFill>
          <a:latin typeface="+mj-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p:bodyStyle>
    <p:otherStyle>
      <a:defPPr>
        <a:defRPr lang="en-US"/>
      </a:defPPr>
      <a:lvl1pPr marL="0" algn="l" defTabSz="914126" rtl="0" eaLnBrk="1" latinLnBrk="0" hangingPunct="1">
        <a:defRPr sz="1799" kern="1200">
          <a:solidFill>
            <a:schemeClr val="tx1"/>
          </a:solidFill>
          <a:latin typeface="+mn-lt"/>
          <a:ea typeface="+mn-ea"/>
          <a:cs typeface="+mn-cs"/>
        </a:defRPr>
      </a:lvl1pPr>
      <a:lvl2pPr marL="457063" algn="l" defTabSz="914126" rtl="0" eaLnBrk="1" latinLnBrk="0" hangingPunct="1">
        <a:defRPr sz="1799" kern="1200">
          <a:solidFill>
            <a:schemeClr val="tx1"/>
          </a:solidFill>
          <a:latin typeface="+mn-lt"/>
          <a:ea typeface="+mn-ea"/>
          <a:cs typeface="+mn-cs"/>
        </a:defRPr>
      </a:lvl2pPr>
      <a:lvl3pPr marL="914126" algn="l" defTabSz="914126" rtl="0" eaLnBrk="1" latinLnBrk="0" hangingPunct="1">
        <a:defRPr sz="1799" kern="1200">
          <a:solidFill>
            <a:schemeClr val="tx1"/>
          </a:solidFill>
          <a:latin typeface="+mn-lt"/>
          <a:ea typeface="+mn-ea"/>
          <a:cs typeface="+mn-cs"/>
        </a:defRPr>
      </a:lvl3pPr>
      <a:lvl4pPr marL="1371189" algn="l" defTabSz="914126" rtl="0" eaLnBrk="1" latinLnBrk="0" hangingPunct="1">
        <a:defRPr sz="1799" kern="1200">
          <a:solidFill>
            <a:schemeClr val="tx1"/>
          </a:solidFill>
          <a:latin typeface="+mn-lt"/>
          <a:ea typeface="+mn-ea"/>
          <a:cs typeface="+mn-cs"/>
        </a:defRPr>
      </a:lvl4pPr>
      <a:lvl5pPr marL="1828251" algn="l" defTabSz="914126" rtl="0" eaLnBrk="1" latinLnBrk="0" hangingPunct="1">
        <a:defRPr sz="1799" kern="1200">
          <a:solidFill>
            <a:schemeClr val="tx1"/>
          </a:solidFill>
          <a:latin typeface="+mn-lt"/>
          <a:ea typeface="+mn-ea"/>
          <a:cs typeface="+mn-cs"/>
        </a:defRPr>
      </a:lvl5pPr>
      <a:lvl6pPr marL="2285314" algn="l" defTabSz="914126" rtl="0" eaLnBrk="1" latinLnBrk="0" hangingPunct="1">
        <a:defRPr sz="1799" kern="1200">
          <a:solidFill>
            <a:schemeClr val="tx1"/>
          </a:solidFill>
          <a:latin typeface="+mn-lt"/>
          <a:ea typeface="+mn-ea"/>
          <a:cs typeface="+mn-cs"/>
        </a:defRPr>
      </a:lvl6pPr>
      <a:lvl7pPr marL="2742377" algn="l" defTabSz="914126" rtl="0" eaLnBrk="1" latinLnBrk="0" hangingPunct="1">
        <a:defRPr sz="1799" kern="1200">
          <a:solidFill>
            <a:schemeClr val="tx1"/>
          </a:solidFill>
          <a:latin typeface="+mn-lt"/>
          <a:ea typeface="+mn-ea"/>
          <a:cs typeface="+mn-cs"/>
        </a:defRPr>
      </a:lvl7pPr>
      <a:lvl8pPr marL="3199440" algn="l" defTabSz="914126" rtl="0" eaLnBrk="1" latinLnBrk="0" hangingPunct="1">
        <a:defRPr sz="1799" kern="1200">
          <a:solidFill>
            <a:schemeClr val="tx1"/>
          </a:solidFill>
          <a:latin typeface="+mn-lt"/>
          <a:ea typeface="+mn-ea"/>
          <a:cs typeface="+mn-cs"/>
        </a:defRPr>
      </a:lvl8pPr>
      <a:lvl9pPr marL="3656503" algn="l" defTabSz="914126" rtl="0" eaLnBrk="1" latinLnBrk="0" hangingPunct="1">
        <a:defRPr sz="1799"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Picture 6" descr="Background pattern&#10;&#10;Description automatically generated">
            <a:extLst>
              <a:ext uri="{FF2B5EF4-FFF2-40B4-BE49-F238E27FC236}">
                <a16:creationId xmlns:a16="http://schemas.microsoft.com/office/drawing/2014/main" id="{DC2A4AC3-A212-B0FE-10D6-B30B996AC1C2}"/>
              </a:ext>
            </a:extLst>
          </p:cNvPr>
          <p:cNvPicPr>
            <a:picLocks noChangeAspect="1"/>
          </p:cNvPicPr>
          <p:nvPr/>
        </p:nvPicPr>
        <p:blipFill>
          <a:blip r:embed="rId6"/>
          <a:stretch>
            <a:fillRect/>
          </a:stretch>
        </p:blipFill>
        <p:spPr>
          <a:xfrm>
            <a:off x="0" y="0"/>
            <a:ext cx="12188825" cy="6858000"/>
          </a:xfrm>
          <a:prstGeom prst="rect">
            <a:avLst/>
          </a:prstGeom>
        </p:spPr>
      </p:pic>
    </p:spTree>
    <p:extLst>
      <p:ext uri="{BB962C8B-B14F-4D97-AF65-F5344CB8AC3E}">
        <p14:creationId xmlns:p14="http://schemas.microsoft.com/office/powerpoint/2010/main" val="2557199035"/>
      </p:ext>
    </p:extLst>
  </p:cSld>
  <p:clrMap bg1="lt1" tx1="dk1" bg2="lt2" tx2="dk2" accent1="accent1" accent2="accent2" accent3="accent3" accent4="accent4" accent5="accent5" accent6="accent6" hlink="hlink" folHlink="folHlink"/>
  <p:sldLayoutIdLst>
    <p:sldLayoutId id="2147483679" r:id="rId1"/>
    <p:sldLayoutId id="2147483680" r:id="rId2"/>
    <p:sldLayoutId id="2147483681" r:id="rId3"/>
    <p:sldLayoutId id="2147483682" r:id="rId4"/>
  </p:sldLayoutIdLst>
  <p:hf hdr="0" dt="0"/>
  <p:txStyles>
    <p:titleStyle>
      <a:lvl1pPr algn="l" defTabSz="914126" rtl="0" eaLnBrk="1" latinLnBrk="0" hangingPunct="1">
        <a:lnSpc>
          <a:spcPct val="90000"/>
        </a:lnSpc>
        <a:spcBef>
          <a:spcPct val="0"/>
        </a:spcBef>
        <a:buNone/>
        <a:defRPr sz="4399" kern="1200">
          <a:solidFill>
            <a:schemeClr val="bg1"/>
          </a:solidFill>
          <a:latin typeface="+mj-lt"/>
          <a:ea typeface="+mj-ea"/>
          <a:cs typeface="+mj-cs"/>
        </a:defRPr>
      </a:lvl1pPr>
    </p:titleStyle>
    <p:bodyStyle>
      <a:lvl1pPr marL="0" indent="0" algn="l" defTabSz="914126" rtl="0" eaLnBrk="1" latinLnBrk="0" hangingPunct="1">
        <a:lnSpc>
          <a:spcPct val="90000"/>
        </a:lnSpc>
        <a:spcBef>
          <a:spcPts val="1000"/>
        </a:spcBef>
        <a:buFontTx/>
        <a:buNone/>
        <a:defRPr sz="2799" kern="1200">
          <a:solidFill>
            <a:schemeClr val="bg1"/>
          </a:solidFill>
          <a:latin typeface="+mn-lt"/>
          <a:ea typeface="+mn-ea"/>
          <a:cs typeface="+mn-cs"/>
        </a:defRPr>
      </a:lvl1pPr>
      <a:lvl2pPr marL="457063" indent="0" algn="l" defTabSz="914126" rtl="0" eaLnBrk="1" latinLnBrk="0" hangingPunct="1">
        <a:lnSpc>
          <a:spcPct val="90000"/>
        </a:lnSpc>
        <a:spcBef>
          <a:spcPts val="500"/>
        </a:spcBef>
        <a:buFontTx/>
        <a:buNone/>
        <a:defRPr sz="2399" kern="1200">
          <a:solidFill>
            <a:schemeClr val="bg1"/>
          </a:solidFill>
          <a:latin typeface="+mn-lt"/>
          <a:ea typeface="+mn-ea"/>
          <a:cs typeface="+mn-cs"/>
        </a:defRPr>
      </a:lvl2pPr>
      <a:lvl3pPr marL="914126" indent="0" algn="l" defTabSz="914126" rtl="0" eaLnBrk="1" latinLnBrk="0" hangingPunct="1">
        <a:lnSpc>
          <a:spcPct val="90000"/>
        </a:lnSpc>
        <a:spcBef>
          <a:spcPts val="500"/>
        </a:spcBef>
        <a:buFontTx/>
        <a:buNone/>
        <a:defRPr sz="1999" kern="1200">
          <a:solidFill>
            <a:schemeClr val="bg1"/>
          </a:solidFill>
          <a:latin typeface="+mn-lt"/>
          <a:ea typeface="+mn-ea"/>
          <a:cs typeface="+mn-cs"/>
        </a:defRPr>
      </a:lvl3pPr>
      <a:lvl4pPr marL="1371189" indent="0" algn="l" defTabSz="914126" rtl="0" eaLnBrk="1" latinLnBrk="0" hangingPunct="1">
        <a:lnSpc>
          <a:spcPct val="90000"/>
        </a:lnSpc>
        <a:spcBef>
          <a:spcPts val="500"/>
        </a:spcBef>
        <a:buFontTx/>
        <a:buNone/>
        <a:defRPr sz="1799" kern="1200">
          <a:solidFill>
            <a:schemeClr val="bg1"/>
          </a:solidFill>
          <a:latin typeface="+mn-lt"/>
          <a:ea typeface="+mn-ea"/>
          <a:cs typeface="+mn-cs"/>
        </a:defRPr>
      </a:lvl4pPr>
      <a:lvl5pPr marL="1828251" indent="0" algn="l" defTabSz="914126" rtl="0" eaLnBrk="1" latinLnBrk="0" hangingPunct="1">
        <a:lnSpc>
          <a:spcPct val="90000"/>
        </a:lnSpc>
        <a:spcBef>
          <a:spcPts val="500"/>
        </a:spcBef>
        <a:buFontTx/>
        <a:buNone/>
        <a:defRPr sz="1799" kern="1200">
          <a:solidFill>
            <a:schemeClr val="bg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p:bodyStyle>
    <p:otherStyle>
      <a:defPPr>
        <a:defRPr lang="en-US"/>
      </a:defPPr>
      <a:lvl1pPr marL="0" algn="l" defTabSz="914126" rtl="0" eaLnBrk="1" latinLnBrk="0" hangingPunct="1">
        <a:defRPr sz="1799" kern="1200">
          <a:solidFill>
            <a:schemeClr val="tx1"/>
          </a:solidFill>
          <a:latin typeface="+mn-lt"/>
          <a:ea typeface="+mn-ea"/>
          <a:cs typeface="+mn-cs"/>
        </a:defRPr>
      </a:lvl1pPr>
      <a:lvl2pPr marL="457063" algn="l" defTabSz="914126" rtl="0" eaLnBrk="1" latinLnBrk="0" hangingPunct="1">
        <a:defRPr sz="1799" kern="1200">
          <a:solidFill>
            <a:schemeClr val="tx1"/>
          </a:solidFill>
          <a:latin typeface="+mn-lt"/>
          <a:ea typeface="+mn-ea"/>
          <a:cs typeface="+mn-cs"/>
        </a:defRPr>
      </a:lvl2pPr>
      <a:lvl3pPr marL="914126" algn="l" defTabSz="914126" rtl="0" eaLnBrk="1" latinLnBrk="0" hangingPunct="1">
        <a:defRPr sz="1799" kern="1200">
          <a:solidFill>
            <a:schemeClr val="tx1"/>
          </a:solidFill>
          <a:latin typeface="+mn-lt"/>
          <a:ea typeface="+mn-ea"/>
          <a:cs typeface="+mn-cs"/>
        </a:defRPr>
      </a:lvl3pPr>
      <a:lvl4pPr marL="1371189" algn="l" defTabSz="914126" rtl="0" eaLnBrk="1" latinLnBrk="0" hangingPunct="1">
        <a:defRPr sz="1799" kern="1200">
          <a:solidFill>
            <a:schemeClr val="tx1"/>
          </a:solidFill>
          <a:latin typeface="+mn-lt"/>
          <a:ea typeface="+mn-ea"/>
          <a:cs typeface="+mn-cs"/>
        </a:defRPr>
      </a:lvl4pPr>
      <a:lvl5pPr marL="1828251" algn="l" defTabSz="914126" rtl="0" eaLnBrk="1" latinLnBrk="0" hangingPunct="1">
        <a:defRPr sz="1799" kern="1200">
          <a:solidFill>
            <a:schemeClr val="tx1"/>
          </a:solidFill>
          <a:latin typeface="+mn-lt"/>
          <a:ea typeface="+mn-ea"/>
          <a:cs typeface="+mn-cs"/>
        </a:defRPr>
      </a:lvl5pPr>
      <a:lvl6pPr marL="2285314" algn="l" defTabSz="914126" rtl="0" eaLnBrk="1" latinLnBrk="0" hangingPunct="1">
        <a:defRPr sz="1799" kern="1200">
          <a:solidFill>
            <a:schemeClr val="tx1"/>
          </a:solidFill>
          <a:latin typeface="+mn-lt"/>
          <a:ea typeface="+mn-ea"/>
          <a:cs typeface="+mn-cs"/>
        </a:defRPr>
      </a:lvl6pPr>
      <a:lvl7pPr marL="2742377" algn="l" defTabSz="914126" rtl="0" eaLnBrk="1" latinLnBrk="0" hangingPunct="1">
        <a:defRPr sz="1799" kern="1200">
          <a:solidFill>
            <a:schemeClr val="tx1"/>
          </a:solidFill>
          <a:latin typeface="+mn-lt"/>
          <a:ea typeface="+mn-ea"/>
          <a:cs typeface="+mn-cs"/>
        </a:defRPr>
      </a:lvl7pPr>
      <a:lvl8pPr marL="3199440" algn="l" defTabSz="914126" rtl="0" eaLnBrk="1" latinLnBrk="0" hangingPunct="1">
        <a:defRPr sz="1799" kern="1200">
          <a:solidFill>
            <a:schemeClr val="tx1"/>
          </a:solidFill>
          <a:latin typeface="+mn-lt"/>
          <a:ea typeface="+mn-ea"/>
          <a:cs typeface="+mn-cs"/>
        </a:defRPr>
      </a:lvl8pPr>
      <a:lvl9pPr marL="3656503" algn="l" defTabSz="914126" rtl="0" eaLnBrk="1" latinLnBrk="0" hangingPunct="1">
        <a:defRPr sz="1799"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85623" y="609601"/>
            <a:ext cx="10128787" cy="1456267"/>
          </a:xfrm>
          <a:prstGeom prst="rect">
            <a:avLst/>
          </a:prstGeom>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85623" y="2142068"/>
            <a:ext cx="10128787" cy="3649133"/>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587423" y="5870576"/>
            <a:ext cx="1599783" cy="377825"/>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B61BEF0D-F0BB-DE4B-95CE-6DB70DBA9567}" type="datetimeFigureOut">
              <a:rPr lang="en-US" dirty="0"/>
              <a:pPr/>
              <a:t>5/30/26</a:t>
            </a:fld>
            <a:endParaRPr lang="en-US" dirty="0"/>
          </a:p>
        </p:txBody>
      </p:sp>
      <p:sp>
        <p:nvSpPr>
          <p:cNvPr id="5" name="Footer Placeholder 4"/>
          <p:cNvSpPr>
            <a:spLocks noGrp="1"/>
          </p:cNvSpPr>
          <p:nvPr>
            <p:ph type="ftr" sz="quarter" idx="3"/>
          </p:nvPr>
        </p:nvSpPr>
        <p:spPr>
          <a:xfrm>
            <a:off x="685622" y="5870576"/>
            <a:ext cx="7825621" cy="377825"/>
          </a:xfrm>
          <a:prstGeom prst="rect">
            <a:avLst/>
          </a:prstGeom>
        </p:spPr>
        <p:txBody>
          <a:bodyPr vert="horz" lIns="91440" tIns="45720" rIns="91440" bIns="45720" rtlCol="0" anchor="ctr"/>
          <a:lstStyle>
            <a:lvl1pPr algn="l">
              <a:defRPr sz="1000" b="0" i="0">
                <a:solidFill>
                  <a:schemeClr val="tx1"/>
                </a:solidFill>
                <a:effectLst/>
                <a:latin typeface="+mn-lt"/>
              </a:defRPr>
            </a:lvl1pPr>
          </a:lstStyle>
          <a:p>
            <a:endParaRPr lang="en-US" dirty="0"/>
          </a:p>
        </p:txBody>
      </p:sp>
      <p:sp>
        <p:nvSpPr>
          <p:cNvPr id="6" name="Slide Number Placeholder 5"/>
          <p:cNvSpPr>
            <a:spLocks noGrp="1"/>
          </p:cNvSpPr>
          <p:nvPr>
            <p:ph type="sldNum" sz="quarter" idx="4"/>
          </p:nvPr>
        </p:nvSpPr>
        <p:spPr>
          <a:xfrm>
            <a:off x="10263387" y="5870576"/>
            <a:ext cx="551023" cy="377825"/>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D57F1E4F-1CFF-5643-939E-217C01CDF565}" type="slidenum">
              <a:rPr lang="en-US" dirty="0"/>
              <a:pPr/>
              <a:t>‹#›</a:t>
            </a:fld>
            <a:endParaRPr lang="en-US" dirty="0"/>
          </a:p>
        </p:txBody>
      </p:sp>
    </p:spTree>
    <p:extLst>
      <p:ext uri="{BB962C8B-B14F-4D97-AF65-F5344CB8AC3E}">
        <p14:creationId xmlns:p14="http://schemas.microsoft.com/office/powerpoint/2010/main" val="2921122696"/>
      </p:ext>
    </p:extLst>
  </p:cSld>
  <p:clrMap bg1="dk1" tx1="lt1" bg2="dk2" tx2="lt2" accent1="accent1" accent2="accent2" accent3="accent3" accent4="accent4" accent5="accent5" accent6="accent6" hlink="hlink" folHlink="folHlink"/>
  <p:sldLayoutIdLst>
    <p:sldLayoutId id="2147483708" r:id="rId1"/>
    <p:sldLayoutId id="2147483709" r:id="rId2"/>
    <p:sldLayoutId id="2147483710" r:id="rId3"/>
    <p:sldLayoutId id="2147483711" r:id="rId4"/>
    <p:sldLayoutId id="2147483712" r:id="rId5"/>
    <p:sldLayoutId id="2147483713" r:id="rId6"/>
    <p:sldLayoutId id="2147483714" r:id="rId7"/>
    <p:sldLayoutId id="2147483715" r:id="rId8"/>
    <p:sldLayoutId id="2147483716" r:id="rId9"/>
    <p:sldLayoutId id="2147483717" r:id="rId10"/>
    <p:sldLayoutId id="2147483718" r:id="rId11"/>
    <p:sldLayoutId id="2147483719" r:id="rId12"/>
    <p:sldLayoutId id="2147483720" r:id="rId13"/>
    <p:sldLayoutId id="2147483721" r:id="rId14"/>
    <p:sldLayoutId id="2147483722" r:id="rId15"/>
    <p:sldLayoutId id="2147483723" r:id="rId16"/>
    <p:sldLayoutId id="2147483724" r:id="rId17"/>
  </p:sldLayoutIdLst>
  <p:txStyles>
    <p:titleStyle>
      <a:lvl1pPr algn="l" defTabSz="457063" rtl="0" eaLnBrk="1" latinLnBrk="0" hangingPunct="1">
        <a:spcBef>
          <a:spcPct val="0"/>
        </a:spcBef>
        <a:buNone/>
        <a:defRPr sz="3599" kern="1200" cap="all">
          <a:ln w="3175" cmpd="sng">
            <a:noFill/>
          </a:ln>
          <a:solidFill>
            <a:schemeClr val="tx1"/>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664" indent="-285664" algn="l" defTabSz="457063" rtl="0" eaLnBrk="1" latinLnBrk="0" hangingPunct="1">
        <a:spcBef>
          <a:spcPts val="0"/>
        </a:spcBef>
        <a:spcAft>
          <a:spcPts val="1000"/>
        </a:spcAft>
        <a:buClr>
          <a:schemeClr val="tx1"/>
        </a:buClr>
        <a:buSzPct val="100000"/>
        <a:buFont typeface="Arial"/>
        <a:buChar char="•"/>
        <a:defRPr sz="1799" kern="1200" cap="none">
          <a:solidFill>
            <a:schemeClr val="tx1"/>
          </a:solidFill>
          <a:effectLst/>
          <a:latin typeface="+mn-lt"/>
          <a:ea typeface="+mn-ea"/>
          <a:cs typeface="+mn-cs"/>
        </a:defRPr>
      </a:lvl1pPr>
      <a:lvl2pPr marL="742727" indent="-285664" algn="l" defTabSz="457063" rtl="0" eaLnBrk="1" latinLnBrk="0" hangingPunct="1">
        <a:spcBef>
          <a:spcPts val="0"/>
        </a:spcBef>
        <a:spcAft>
          <a:spcPts val="1000"/>
        </a:spcAft>
        <a:buClr>
          <a:schemeClr val="tx1"/>
        </a:buClr>
        <a:buSzPct val="100000"/>
        <a:buFont typeface="Arial"/>
        <a:buChar char="•"/>
        <a:defRPr sz="1600" kern="1200" cap="none">
          <a:solidFill>
            <a:schemeClr val="tx1"/>
          </a:solidFill>
          <a:effectLst/>
          <a:latin typeface="+mn-lt"/>
          <a:ea typeface="+mn-ea"/>
          <a:cs typeface="+mn-cs"/>
        </a:defRPr>
      </a:lvl2pPr>
      <a:lvl3pPr marL="1199790" indent="-285664" algn="l" defTabSz="457063" rtl="0" eaLnBrk="1" latinLnBrk="0" hangingPunct="1">
        <a:spcBef>
          <a:spcPts val="0"/>
        </a:spcBef>
        <a:spcAft>
          <a:spcPts val="1000"/>
        </a:spcAft>
        <a:buClr>
          <a:schemeClr val="tx1"/>
        </a:buClr>
        <a:buSzPct val="100000"/>
        <a:buFont typeface="Arial"/>
        <a:buChar char="•"/>
        <a:defRPr sz="1400" kern="1200" cap="none">
          <a:solidFill>
            <a:schemeClr val="tx1"/>
          </a:solidFill>
          <a:effectLst/>
          <a:latin typeface="+mn-lt"/>
          <a:ea typeface="+mn-ea"/>
          <a:cs typeface="+mn-cs"/>
        </a:defRPr>
      </a:lvl3pPr>
      <a:lvl4pPr marL="1542587" indent="-171399"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4pPr>
      <a:lvl5pPr marL="1999650" indent="-171399"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5pPr>
      <a:lvl6pPr marL="2513846"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6pPr>
      <a:lvl7pPr marL="2970908"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7pPr>
      <a:lvl8pPr marL="3427971"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8pPr>
      <a:lvl9pPr marL="3885034"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9pPr>
    </p:bodyStyle>
    <p:otherStyle>
      <a:defPPr>
        <a:defRPr lang="en-US"/>
      </a:defPPr>
      <a:lvl1pPr marL="0" algn="l" defTabSz="457063" rtl="0" eaLnBrk="1" latinLnBrk="0" hangingPunct="1">
        <a:defRPr sz="1799" kern="1200">
          <a:solidFill>
            <a:schemeClr val="tx1"/>
          </a:solidFill>
          <a:latin typeface="+mn-lt"/>
          <a:ea typeface="+mn-ea"/>
          <a:cs typeface="+mn-cs"/>
        </a:defRPr>
      </a:lvl1pPr>
      <a:lvl2pPr marL="457063" algn="l" defTabSz="457063" rtl="0" eaLnBrk="1" latinLnBrk="0" hangingPunct="1">
        <a:defRPr sz="1799" kern="1200">
          <a:solidFill>
            <a:schemeClr val="tx1"/>
          </a:solidFill>
          <a:latin typeface="+mn-lt"/>
          <a:ea typeface="+mn-ea"/>
          <a:cs typeface="+mn-cs"/>
        </a:defRPr>
      </a:lvl2pPr>
      <a:lvl3pPr marL="914126" algn="l" defTabSz="457063" rtl="0" eaLnBrk="1" latinLnBrk="0" hangingPunct="1">
        <a:defRPr sz="1799" kern="1200">
          <a:solidFill>
            <a:schemeClr val="tx1"/>
          </a:solidFill>
          <a:latin typeface="+mn-lt"/>
          <a:ea typeface="+mn-ea"/>
          <a:cs typeface="+mn-cs"/>
        </a:defRPr>
      </a:lvl3pPr>
      <a:lvl4pPr marL="1371189" algn="l" defTabSz="457063" rtl="0" eaLnBrk="1" latinLnBrk="0" hangingPunct="1">
        <a:defRPr sz="1799" kern="1200">
          <a:solidFill>
            <a:schemeClr val="tx1"/>
          </a:solidFill>
          <a:latin typeface="+mn-lt"/>
          <a:ea typeface="+mn-ea"/>
          <a:cs typeface="+mn-cs"/>
        </a:defRPr>
      </a:lvl4pPr>
      <a:lvl5pPr marL="1828251" algn="l" defTabSz="457063" rtl="0" eaLnBrk="1" latinLnBrk="0" hangingPunct="1">
        <a:defRPr sz="1799" kern="1200">
          <a:solidFill>
            <a:schemeClr val="tx1"/>
          </a:solidFill>
          <a:latin typeface="+mn-lt"/>
          <a:ea typeface="+mn-ea"/>
          <a:cs typeface="+mn-cs"/>
        </a:defRPr>
      </a:lvl5pPr>
      <a:lvl6pPr marL="2285314" algn="l" defTabSz="457063" rtl="0" eaLnBrk="1" latinLnBrk="0" hangingPunct="1">
        <a:defRPr sz="1799" kern="1200">
          <a:solidFill>
            <a:schemeClr val="tx1"/>
          </a:solidFill>
          <a:latin typeface="+mn-lt"/>
          <a:ea typeface="+mn-ea"/>
          <a:cs typeface="+mn-cs"/>
        </a:defRPr>
      </a:lvl6pPr>
      <a:lvl7pPr marL="2742377" algn="l" defTabSz="457063" rtl="0" eaLnBrk="1" latinLnBrk="0" hangingPunct="1">
        <a:defRPr sz="1799" kern="1200">
          <a:solidFill>
            <a:schemeClr val="tx1"/>
          </a:solidFill>
          <a:latin typeface="+mn-lt"/>
          <a:ea typeface="+mn-ea"/>
          <a:cs typeface="+mn-cs"/>
        </a:defRPr>
      </a:lvl7pPr>
      <a:lvl8pPr marL="3199440" algn="l" defTabSz="457063" rtl="0" eaLnBrk="1" latinLnBrk="0" hangingPunct="1">
        <a:defRPr sz="1799" kern="1200">
          <a:solidFill>
            <a:schemeClr val="tx1"/>
          </a:solidFill>
          <a:latin typeface="+mn-lt"/>
          <a:ea typeface="+mn-ea"/>
          <a:cs typeface="+mn-cs"/>
        </a:defRPr>
      </a:lvl8pPr>
      <a:lvl9pPr marL="3656503" algn="l" defTabSz="457063" rtl="0" eaLnBrk="1" latinLnBrk="0" hangingPunct="1">
        <a:defRPr sz="1799"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731520" y="2148840"/>
            <a:ext cx="10698480" cy="1280160"/>
          </a:xfrm>
          <a:prstGeom prst="rect">
            <a:avLst/>
          </a:prstGeom>
          <a:noFill/>
        </p:spPr>
        <p:txBody>
          <a:bodyPr wrap="square">
            <a:spAutoFit/>
          </a:bodyPr>
          <a:lstStyle/>
          <a:p>
            <a:pPr algn="ctr"/>
            <a:r>
              <a:rPr sz="4200" b="1" i="0" dirty="0">
                <a:solidFill>
                  <a:srgbClr val="FFFFFF"/>
                </a:solidFill>
              </a:rPr>
              <a:t>Adversarial Attacks on MNIST</a:t>
            </a:r>
          </a:p>
        </p:txBody>
      </p:sp>
      <p:sp>
        <p:nvSpPr>
          <p:cNvPr id="11" name="TextBox 10">
            <a:extLst>
              <a:ext uri="{FF2B5EF4-FFF2-40B4-BE49-F238E27FC236}">
                <a16:creationId xmlns:a16="http://schemas.microsoft.com/office/drawing/2014/main" id="{54458145-5110-B6DB-930B-A40BED17E159}"/>
              </a:ext>
            </a:extLst>
          </p:cNvPr>
          <p:cNvSpPr txBox="1"/>
          <p:nvPr/>
        </p:nvSpPr>
        <p:spPr>
          <a:xfrm>
            <a:off x="928052" y="5320146"/>
            <a:ext cx="10332720" cy="400110"/>
          </a:xfrm>
          <a:prstGeom prst="rect">
            <a:avLst/>
          </a:prstGeom>
          <a:noFill/>
        </p:spPr>
        <p:txBody>
          <a:bodyPr wrap="square">
            <a:spAutoFit/>
          </a:bodyPr>
          <a:lstStyle/>
          <a:p>
            <a:pPr algn="ctr"/>
            <a:r>
              <a:rPr lang="en-US" sz="2000" b="0" i="0" dirty="0">
                <a:solidFill>
                  <a:srgbClr val="AABBCC"/>
                </a:solidFill>
              </a:rPr>
              <a:t>Assignment 7.1  |  Ziru Xu</a:t>
            </a:r>
          </a:p>
        </p:txBody>
      </p:sp>
      <p:sp>
        <p:nvSpPr>
          <p:cNvPr id="12" name="TextBox 11">
            <a:extLst>
              <a:ext uri="{FF2B5EF4-FFF2-40B4-BE49-F238E27FC236}">
                <a16:creationId xmlns:a16="http://schemas.microsoft.com/office/drawing/2014/main" id="{9C4099A8-8503-43D1-6781-0CF62D83EDD8}"/>
              </a:ext>
            </a:extLst>
          </p:cNvPr>
          <p:cNvSpPr txBox="1"/>
          <p:nvPr/>
        </p:nvSpPr>
        <p:spPr>
          <a:xfrm>
            <a:off x="928052" y="3695008"/>
            <a:ext cx="10332720" cy="492443"/>
          </a:xfrm>
          <a:prstGeom prst="rect">
            <a:avLst/>
          </a:prstGeom>
          <a:noFill/>
        </p:spPr>
        <p:txBody>
          <a:bodyPr wrap="square">
            <a:spAutoFit/>
          </a:bodyPr>
          <a:lstStyle/>
          <a:p>
            <a:pPr algn="ctr"/>
            <a:r>
              <a:rPr lang="en-US" sz="2600" b="0" i="0" dirty="0">
                <a:solidFill>
                  <a:srgbClr val="00C2FF"/>
                </a:solidFill>
              </a:rPr>
              <a:t>Comparing Different Attack Methods on CNN Model</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457200" y="164592"/>
            <a:ext cx="10972800" cy="553998"/>
          </a:xfrm>
          <a:prstGeom prst="rect">
            <a:avLst/>
          </a:prstGeom>
          <a:noFill/>
        </p:spPr>
        <p:txBody>
          <a:bodyPr wrap="square">
            <a:spAutoFit/>
          </a:bodyPr>
          <a:lstStyle/>
          <a:p>
            <a:pPr algn="l"/>
            <a:r>
              <a:rPr sz="3000" b="1" i="0" dirty="0">
                <a:solidFill>
                  <a:srgbClr val="00C2FF"/>
                </a:solidFill>
              </a:rPr>
              <a:t>Target Model — CNN (</a:t>
            </a:r>
            <a:r>
              <a:rPr lang="en-US" sz="3000" b="1" i="0" dirty="0">
                <a:solidFill>
                  <a:srgbClr val="00C2FF"/>
                </a:solidFill>
              </a:rPr>
              <a:t>Best Model Trained Before</a:t>
            </a:r>
            <a:r>
              <a:rPr sz="3000" b="1" i="0" dirty="0">
                <a:solidFill>
                  <a:srgbClr val="00C2FF"/>
                </a:solidFill>
              </a:rPr>
              <a:t>)</a:t>
            </a:r>
          </a:p>
        </p:txBody>
      </p:sp>
      <p:sp>
        <p:nvSpPr>
          <p:cNvPr id="5" name="TextBox 4"/>
          <p:cNvSpPr txBox="1"/>
          <p:nvPr/>
        </p:nvSpPr>
        <p:spPr>
          <a:xfrm>
            <a:off x="457199" y="1097280"/>
            <a:ext cx="11731625" cy="2069797"/>
          </a:xfrm>
          <a:prstGeom prst="rect">
            <a:avLst/>
          </a:prstGeom>
          <a:noFill/>
        </p:spPr>
        <p:txBody>
          <a:bodyPr wrap="square">
            <a:spAutoFit/>
          </a:bodyPr>
          <a:lstStyle/>
          <a:p>
            <a:pPr algn="l"/>
            <a:endParaRPr sz="2100" b="1" dirty="0">
              <a:solidFill>
                <a:srgbClr val="00C2FF"/>
              </a:solidFill>
            </a:endParaRPr>
          </a:p>
          <a:p>
            <a:pPr algn="l">
              <a:spcBef>
                <a:spcPts val="300"/>
              </a:spcBef>
            </a:pPr>
            <a:r>
              <a:rPr sz="1900" dirty="0">
                <a:solidFill>
                  <a:srgbClr val="CCE5FF"/>
                </a:solidFill>
              </a:rPr>
              <a:t>•  Trained on MNIST (60k images, 5 epochs)</a:t>
            </a:r>
          </a:p>
          <a:p>
            <a:pPr algn="l">
              <a:spcBef>
                <a:spcPts val="300"/>
              </a:spcBef>
            </a:pPr>
            <a:r>
              <a:rPr sz="1900" dirty="0">
                <a:solidFill>
                  <a:srgbClr val="CCE5FF"/>
                </a:solidFill>
              </a:rPr>
              <a:t>•  Optimizer: Adam  (</a:t>
            </a:r>
            <a:r>
              <a:rPr sz="1900" dirty="0" err="1">
                <a:solidFill>
                  <a:srgbClr val="CCE5FF"/>
                </a:solidFill>
              </a:rPr>
              <a:t>lr</a:t>
            </a:r>
            <a:r>
              <a:rPr sz="1900" dirty="0">
                <a:solidFill>
                  <a:srgbClr val="CCE5FF"/>
                </a:solidFill>
              </a:rPr>
              <a:t> = 1e-3)  |  Loss: </a:t>
            </a:r>
            <a:r>
              <a:rPr sz="1900" dirty="0" err="1">
                <a:solidFill>
                  <a:srgbClr val="CCE5FF"/>
                </a:solidFill>
              </a:rPr>
              <a:t>CrossEntropyLoss</a:t>
            </a:r>
            <a:endParaRPr sz="1900" dirty="0">
              <a:solidFill>
                <a:srgbClr val="CCE5FF"/>
              </a:solidFill>
            </a:endParaRPr>
          </a:p>
          <a:p>
            <a:pPr algn="l">
              <a:spcBef>
                <a:spcPts val="300"/>
              </a:spcBef>
            </a:pPr>
            <a:r>
              <a:rPr sz="1900" dirty="0">
                <a:solidFill>
                  <a:srgbClr val="CCE5FF"/>
                </a:solidFill>
              </a:rPr>
              <a:t>•  Achieves 99.1% Recognition Rate on 10,000 clean test images</a:t>
            </a:r>
          </a:p>
          <a:p>
            <a:pPr>
              <a:spcBef>
                <a:spcPts val="300"/>
              </a:spcBef>
            </a:pPr>
            <a:r>
              <a:rPr sz="1900" dirty="0">
                <a:solidFill>
                  <a:srgbClr val="CCE5FF"/>
                </a:solidFill>
              </a:rPr>
              <a:t>•  Attacks evaluated on a 2,000-sample subset  (</a:t>
            </a:r>
            <a:r>
              <a:rPr sz="1900" dirty="0" err="1">
                <a:solidFill>
                  <a:srgbClr val="CCE5FF"/>
                </a:solidFill>
              </a:rPr>
              <a:t>ε</a:t>
            </a:r>
            <a:r>
              <a:rPr sz="1900" dirty="0">
                <a:solidFill>
                  <a:srgbClr val="CCE5FF"/>
                </a:solidFill>
              </a:rPr>
              <a:t> = 0.3)</a:t>
            </a:r>
            <a:r>
              <a:rPr lang="en-US" sz="1900" dirty="0">
                <a:solidFill>
                  <a:srgbClr val="CCE5FF"/>
                </a:solidFill>
              </a:rPr>
              <a:t> </a:t>
            </a:r>
          </a:p>
          <a:p>
            <a:pPr>
              <a:spcBef>
                <a:spcPts val="300"/>
              </a:spcBef>
            </a:pPr>
            <a:r>
              <a:rPr lang="en-US" sz="1900" dirty="0">
                <a:solidFill>
                  <a:srgbClr val="CCE5FF"/>
                </a:solidFill>
              </a:rPr>
              <a:t>•  </a:t>
            </a:r>
            <a:r>
              <a:rPr lang="el-GR" sz="1900" dirty="0">
                <a:solidFill>
                  <a:srgbClr val="CCE5FF"/>
                </a:solidFill>
              </a:rPr>
              <a:t>ε </a:t>
            </a:r>
            <a:r>
              <a:rPr lang="en-US" sz="1900" dirty="0">
                <a:solidFill>
                  <a:srgbClr val="CCE5FF"/>
                </a:solidFill>
              </a:rPr>
              <a:t>is the maximum allowed change to any single pixel value; 0.3 is a commonly used benchmark value for MNIST</a:t>
            </a:r>
            <a:endParaRPr sz="1900" dirty="0">
              <a:solidFill>
                <a:srgbClr val="CCE5FF"/>
              </a:solidFill>
            </a:endParaRPr>
          </a:p>
        </p:txBody>
      </p:sp>
      <p:sp>
        <p:nvSpPr>
          <p:cNvPr id="6" name="Rectangle 5"/>
          <p:cNvSpPr/>
          <p:nvPr/>
        </p:nvSpPr>
        <p:spPr>
          <a:xfrm>
            <a:off x="790956" y="3429000"/>
            <a:ext cx="1600200" cy="1188720"/>
          </a:xfrm>
          <a:prstGeom prst="rect">
            <a:avLst/>
          </a:prstGeom>
          <a:solidFill>
            <a:srgbClr val="2A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90956" y="3520440"/>
            <a:ext cx="1600200" cy="1097280"/>
          </a:xfrm>
          <a:prstGeom prst="rect">
            <a:avLst/>
          </a:prstGeom>
          <a:noFill/>
        </p:spPr>
        <p:txBody>
          <a:bodyPr wrap="square">
            <a:spAutoFit/>
          </a:bodyPr>
          <a:lstStyle/>
          <a:p>
            <a:pPr algn="ctr"/>
            <a:r>
              <a:rPr sz="1300" b="0" i="0">
                <a:solidFill>
                  <a:srgbClr val="FFFFFF"/>
                </a:solidFill>
              </a:rPr>
              <a:t>Input
28×28</a:t>
            </a:r>
          </a:p>
        </p:txBody>
      </p:sp>
      <p:sp>
        <p:nvSpPr>
          <p:cNvPr id="8" name="TextBox 7"/>
          <p:cNvSpPr txBox="1"/>
          <p:nvPr/>
        </p:nvSpPr>
        <p:spPr>
          <a:xfrm>
            <a:off x="2391156" y="3813048"/>
            <a:ext cx="201168" cy="457200"/>
          </a:xfrm>
          <a:prstGeom prst="rect">
            <a:avLst/>
          </a:prstGeom>
          <a:noFill/>
        </p:spPr>
        <p:txBody>
          <a:bodyPr wrap="square">
            <a:spAutoFit/>
          </a:bodyPr>
          <a:lstStyle/>
          <a:p>
            <a:pPr algn="ctr"/>
            <a:r>
              <a:rPr sz="2000" b="0" i="0">
                <a:solidFill>
                  <a:srgbClr val="AABBCC"/>
                </a:solidFill>
              </a:rPr>
              <a:t>→</a:t>
            </a:r>
          </a:p>
        </p:txBody>
      </p:sp>
      <p:sp>
        <p:nvSpPr>
          <p:cNvPr id="9" name="Rectangle 8"/>
          <p:cNvSpPr/>
          <p:nvPr/>
        </p:nvSpPr>
        <p:spPr>
          <a:xfrm>
            <a:off x="2592324" y="3429000"/>
            <a:ext cx="1600200" cy="1188720"/>
          </a:xfrm>
          <a:prstGeom prst="rect">
            <a:avLst/>
          </a:prstGeom>
          <a:solidFill>
            <a:srgbClr val="1A6B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592324" y="3520440"/>
            <a:ext cx="1600200" cy="1097280"/>
          </a:xfrm>
          <a:prstGeom prst="rect">
            <a:avLst/>
          </a:prstGeom>
          <a:noFill/>
        </p:spPr>
        <p:txBody>
          <a:bodyPr wrap="square">
            <a:spAutoFit/>
          </a:bodyPr>
          <a:lstStyle/>
          <a:p>
            <a:pPr algn="ctr"/>
            <a:r>
              <a:rPr sz="1300" b="0" i="0">
                <a:solidFill>
                  <a:srgbClr val="FFFFFF"/>
                </a:solidFill>
              </a:rPr>
              <a:t>Conv1
32 filters
3×3 ReLU</a:t>
            </a:r>
          </a:p>
        </p:txBody>
      </p:sp>
      <p:sp>
        <p:nvSpPr>
          <p:cNvPr id="11" name="TextBox 10"/>
          <p:cNvSpPr txBox="1"/>
          <p:nvPr/>
        </p:nvSpPr>
        <p:spPr>
          <a:xfrm>
            <a:off x="4192524" y="3813048"/>
            <a:ext cx="201168" cy="457200"/>
          </a:xfrm>
          <a:prstGeom prst="rect">
            <a:avLst/>
          </a:prstGeom>
          <a:noFill/>
        </p:spPr>
        <p:txBody>
          <a:bodyPr wrap="square">
            <a:spAutoFit/>
          </a:bodyPr>
          <a:lstStyle/>
          <a:p>
            <a:pPr algn="ctr"/>
            <a:r>
              <a:rPr sz="2000" b="0" i="0">
                <a:solidFill>
                  <a:srgbClr val="AABBCC"/>
                </a:solidFill>
              </a:rPr>
              <a:t>→</a:t>
            </a:r>
          </a:p>
        </p:txBody>
      </p:sp>
      <p:sp>
        <p:nvSpPr>
          <p:cNvPr id="12" name="Rectangle 11"/>
          <p:cNvSpPr/>
          <p:nvPr/>
        </p:nvSpPr>
        <p:spPr>
          <a:xfrm>
            <a:off x="4393692" y="3429000"/>
            <a:ext cx="1600200" cy="1188720"/>
          </a:xfrm>
          <a:prstGeom prst="rect">
            <a:avLst/>
          </a:prstGeom>
          <a:solidFill>
            <a:srgbClr val="1A6B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393692" y="3520440"/>
            <a:ext cx="1600200" cy="1097280"/>
          </a:xfrm>
          <a:prstGeom prst="rect">
            <a:avLst/>
          </a:prstGeom>
          <a:noFill/>
        </p:spPr>
        <p:txBody>
          <a:bodyPr wrap="square">
            <a:spAutoFit/>
          </a:bodyPr>
          <a:lstStyle/>
          <a:p>
            <a:pPr algn="ctr"/>
            <a:r>
              <a:rPr sz="1300" b="0" i="0">
                <a:solidFill>
                  <a:srgbClr val="FFFFFF"/>
                </a:solidFill>
              </a:rPr>
              <a:t>Conv2
64 filters
3×3 ReLU</a:t>
            </a:r>
          </a:p>
        </p:txBody>
      </p:sp>
      <p:sp>
        <p:nvSpPr>
          <p:cNvPr id="14" name="TextBox 13"/>
          <p:cNvSpPr txBox="1"/>
          <p:nvPr/>
        </p:nvSpPr>
        <p:spPr>
          <a:xfrm>
            <a:off x="5993892" y="3813048"/>
            <a:ext cx="201168" cy="457200"/>
          </a:xfrm>
          <a:prstGeom prst="rect">
            <a:avLst/>
          </a:prstGeom>
          <a:noFill/>
        </p:spPr>
        <p:txBody>
          <a:bodyPr wrap="square">
            <a:spAutoFit/>
          </a:bodyPr>
          <a:lstStyle/>
          <a:p>
            <a:pPr algn="ctr"/>
            <a:r>
              <a:rPr sz="2000" b="0" i="0">
                <a:solidFill>
                  <a:srgbClr val="AABBCC"/>
                </a:solidFill>
              </a:rPr>
              <a:t>→</a:t>
            </a:r>
          </a:p>
        </p:txBody>
      </p:sp>
      <p:sp>
        <p:nvSpPr>
          <p:cNvPr id="15" name="Rectangle 14"/>
          <p:cNvSpPr/>
          <p:nvPr/>
        </p:nvSpPr>
        <p:spPr>
          <a:xfrm>
            <a:off x="6195060" y="3429000"/>
            <a:ext cx="1600200" cy="1188720"/>
          </a:xfrm>
          <a:prstGeom prst="rect">
            <a:avLst/>
          </a:prstGeom>
          <a:solidFill>
            <a:srgbClr val="6A35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195060" y="3520440"/>
            <a:ext cx="1600200" cy="1097280"/>
          </a:xfrm>
          <a:prstGeom prst="rect">
            <a:avLst/>
          </a:prstGeom>
          <a:noFill/>
        </p:spPr>
        <p:txBody>
          <a:bodyPr wrap="square">
            <a:spAutoFit/>
          </a:bodyPr>
          <a:lstStyle/>
          <a:p>
            <a:pPr algn="ctr"/>
            <a:r>
              <a:rPr sz="1300" b="0" i="0">
                <a:solidFill>
                  <a:srgbClr val="FFFFFF"/>
                </a:solidFill>
              </a:rPr>
              <a:t>MaxPool
2×2</a:t>
            </a:r>
          </a:p>
        </p:txBody>
      </p:sp>
      <p:sp>
        <p:nvSpPr>
          <p:cNvPr id="17" name="TextBox 16"/>
          <p:cNvSpPr txBox="1"/>
          <p:nvPr/>
        </p:nvSpPr>
        <p:spPr>
          <a:xfrm>
            <a:off x="7795260" y="3813048"/>
            <a:ext cx="201168" cy="457200"/>
          </a:xfrm>
          <a:prstGeom prst="rect">
            <a:avLst/>
          </a:prstGeom>
          <a:noFill/>
        </p:spPr>
        <p:txBody>
          <a:bodyPr wrap="square">
            <a:spAutoFit/>
          </a:bodyPr>
          <a:lstStyle/>
          <a:p>
            <a:pPr algn="ctr"/>
            <a:r>
              <a:rPr sz="2000" b="0" i="0">
                <a:solidFill>
                  <a:srgbClr val="AABBCC"/>
                </a:solidFill>
              </a:rPr>
              <a:t>→</a:t>
            </a:r>
          </a:p>
        </p:txBody>
      </p:sp>
      <p:sp>
        <p:nvSpPr>
          <p:cNvPr id="18" name="Rectangle 17"/>
          <p:cNvSpPr/>
          <p:nvPr/>
        </p:nvSpPr>
        <p:spPr>
          <a:xfrm>
            <a:off x="7996428" y="3429000"/>
            <a:ext cx="1600200" cy="1188720"/>
          </a:xfrm>
          <a:prstGeom prst="rect">
            <a:avLst/>
          </a:prstGeom>
          <a:solidFill>
            <a:srgbClr val="1A6B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996428" y="3520440"/>
            <a:ext cx="1600200" cy="1097280"/>
          </a:xfrm>
          <a:prstGeom prst="rect">
            <a:avLst/>
          </a:prstGeom>
          <a:noFill/>
        </p:spPr>
        <p:txBody>
          <a:bodyPr wrap="square">
            <a:spAutoFit/>
          </a:bodyPr>
          <a:lstStyle/>
          <a:p>
            <a:pPr algn="ctr"/>
            <a:r>
              <a:rPr sz="1300" b="0" i="0">
                <a:solidFill>
                  <a:srgbClr val="FFFFFF"/>
                </a:solidFill>
              </a:rPr>
              <a:t>FC 128
ReLU</a:t>
            </a:r>
          </a:p>
        </p:txBody>
      </p:sp>
      <p:sp>
        <p:nvSpPr>
          <p:cNvPr id="20" name="TextBox 19"/>
          <p:cNvSpPr txBox="1"/>
          <p:nvPr/>
        </p:nvSpPr>
        <p:spPr>
          <a:xfrm>
            <a:off x="9596628" y="3813048"/>
            <a:ext cx="201168" cy="457200"/>
          </a:xfrm>
          <a:prstGeom prst="rect">
            <a:avLst/>
          </a:prstGeom>
          <a:noFill/>
        </p:spPr>
        <p:txBody>
          <a:bodyPr wrap="square">
            <a:spAutoFit/>
          </a:bodyPr>
          <a:lstStyle/>
          <a:p>
            <a:pPr algn="ctr"/>
            <a:r>
              <a:rPr sz="2000" b="0" i="0">
                <a:solidFill>
                  <a:srgbClr val="AABBCC"/>
                </a:solidFill>
              </a:rPr>
              <a:t>→</a:t>
            </a:r>
          </a:p>
        </p:txBody>
      </p:sp>
      <p:sp>
        <p:nvSpPr>
          <p:cNvPr id="21" name="Rectangle 20"/>
          <p:cNvSpPr/>
          <p:nvPr/>
        </p:nvSpPr>
        <p:spPr>
          <a:xfrm>
            <a:off x="9797796" y="3429000"/>
            <a:ext cx="1600200" cy="1188720"/>
          </a:xfrm>
          <a:prstGeom prst="rect">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9797796" y="3520440"/>
            <a:ext cx="1600200" cy="1097280"/>
          </a:xfrm>
          <a:prstGeom prst="rect">
            <a:avLst/>
          </a:prstGeom>
          <a:noFill/>
        </p:spPr>
        <p:txBody>
          <a:bodyPr wrap="square">
            <a:spAutoFit/>
          </a:bodyPr>
          <a:lstStyle/>
          <a:p>
            <a:pPr algn="ctr"/>
            <a:r>
              <a:rPr sz="1300" b="0" i="0">
                <a:solidFill>
                  <a:srgbClr val="FFFFFF"/>
                </a:solidFill>
              </a:rPr>
              <a:t>Output
10 classes</a:t>
            </a:r>
          </a:p>
        </p:txBody>
      </p:sp>
      <p:sp>
        <p:nvSpPr>
          <p:cNvPr id="23" name="TextBox 22"/>
          <p:cNvSpPr txBox="1"/>
          <p:nvPr/>
        </p:nvSpPr>
        <p:spPr>
          <a:xfrm>
            <a:off x="457200" y="4846320"/>
            <a:ext cx="11247120" cy="411480"/>
          </a:xfrm>
          <a:prstGeom prst="rect">
            <a:avLst/>
          </a:prstGeom>
          <a:noFill/>
        </p:spPr>
        <p:txBody>
          <a:bodyPr wrap="square">
            <a:spAutoFit/>
          </a:bodyPr>
          <a:lstStyle/>
          <a:p>
            <a:pPr algn="ctr"/>
            <a:r>
              <a:rPr sz="1800" b="1" i="0" dirty="0">
                <a:solidFill>
                  <a:srgbClr val="FFD700"/>
                </a:solidFill>
              </a:rPr>
              <a:t>Recognition Rate (RR) = 99.1% on clean test set</a:t>
            </a:r>
          </a:p>
        </p:txBody>
      </p:sp>
      <p:sp>
        <p:nvSpPr>
          <p:cNvPr id="24" name="TextBox 23"/>
          <p:cNvSpPr txBox="1"/>
          <p:nvPr/>
        </p:nvSpPr>
        <p:spPr>
          <a:xfrm>
            <a:off x="457200" y="5257800"/>
            <a:ext cx="11247120" cy="365760"/>
          </a:xfrm>
          <a:prstGeom prst="rect">
            <a:avLst/>
          </a:prstGeom>
          <a:noFill/>
        </p:spPr>
        <p:txBody>
          <a:bodyPr wrap="square">
            <a:spAutoFit/>
          </a:bodyPr>
          <a:lstStyle/>
          <a:p>
            <a:pPr algn="ctr"/>
            <a:r>
              <a:rPr sz="1600" b="0" i="1" dirty="0">
                <a:solidFill>
                  <a:srgbClr val="CCE5FF"/>
                </a:solidFill>
              </a:rPr>
              <a:t>High clean accuracy ≠ adversarial robustness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457200" y="164592"/>
            <a:ext cx="10972800" cy="685800"/>
          </a:xfrm>
          <a:prstGeom prst="rect">
            <a:avLst/>
          </a:prstGeom>
          <a:noFill/>
        </p:spPr>
        <p:txBody>
          <a:bodyPr wrap="square">
            <a:spAutoFit/>
          </a:bodyPr>
          <a:lstStyle/>
          <a:p>
            <a:pPr algn="l"/>
            <a:r>
              <a:rPr sz="3000" b="1" i="0" dirty="0">
                <a:solidFill>
                  <a:srgbClr val="00C2FF"/>
                </a:solidFill>
              </a:rPr>
              <a:t>Three Gradient-Based Attacks  (</a:t>
            </a:r>
            <a:r>
              <a:rPr sz="3000" b="1" i="0" dirty="0" err="1">
                <a:solidFill>
                  <a:srgbClr val="00C2FF"/>
                </a:solidFill>
              </a:rPr>
              <a:t>ε</a:t>
            </a:r>
            <a:r>
              <a:rPr sz="3000" b="1" i="0" dirty="0">
                <a:solidFill>
                  <a:srgbClr val="00C2FF"/>
                </a:solidFill>
              </a:rPr>
              <a:t> = 0.3)</a:t>
            </a:r>
          </a:p>
        </p:txBody>
      </p:sp>
      <p:sp>
        <p:nvSpPr>
          <p:cNvPr id="6" name="Rectangle 5"/>
          <p:cNvSpPr/>
          <p:nvPr/>
        </p:nvSpPr>
        <p:spPr>
          <a:xfrm>
            <a:off x="457200" y="1097280"/>
            <a:ext cx="3657600" cy="91440"/>
          </a:xfrm>
          <a:prstGeom prst="rect">
            <a:avLst/>
          </a:prstGeom>
          <a:solidFill>
            <a:srgbClr val="FF4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1234440"/>
            <a:ext cx="3383280" cy="502920"/>
          </a:xfrm>
          <a:prstGeom prst="rect">
            <a:avLst/>
          </a:prstGeom>
          <a:noFill/>
        </p:spPr>
        <p:txBody>
          <a:bodyPr wrap="square">
            <a:spAutoFit/>
          </a:bodyPr>
          <a:lstStyle/>
          <a:p>
            <a:pPr algn="l"/>
            <a:r>
              <a:rPr sz="2200" b="1" i="0">
                <a:solidFill>
                  <a:srgbClr val="FF4545"/>
                </a:solidFill>
              </a:rPr>
              <a:t>FGSM</a:t>
            </a:r>
          </a:p>
        </p:txBody>
      </p:sp>
      <p:sp>
        <p:nvSpPr>
          <p:cNvPr id="8" name="TextBox 7"/>
          <p:cNvSpPr txBox="1"/>
          <p:nvPr/>
        </p:nvSpPr>
        <p:spPr>
          <a:xfrm>
            <a:off x="594360" y="1755648"/>
            <a:ext cx="3383280" cy="307777"/>
          </a:xfrm>
          <a:prstGeom prst="rect">
            <a:avLst/>
          </a:prstGeom>
          <a:noFill/>
        </p:spPr>
        <p:txBody>
          <a:bodyPr wrap="square">
            <a:spAutoFit/>
          </a:bodyPr>
          <a:lstStyle/>
          <a:p>
            <a:pPr algn="l"/>
            <a:r>
              <a:rPr lang="en-US" sz="1400" b="0" i="1" dirty="0">
                <a:solidFill>
                  <a:srgbClr val="AABBCC"/>
                </a:solidFill>
              </a:rPr>
              <a:t>Single-step gradient sign attack</a:t>
            </a:r>
          </a:p>
        </p:txBody>
      </p:sp>
      <p:sp>
        <p:nvSpPr>
          <p:cNvPr id="9" name="TextBox 8"/>
          <p:cNvSpPr txBox="1"/>
          <p:nvPr/>
        </p:nvSpPr>
        <p:spPr>
          <a:xfrm>
            <a:off x="594360" y="2240280"/>
            <a:ext cx="3383280" cy="3123932"/>
          </a:xfrm>
          <a:prstGeom prst="rect">
            <a:avLst/>
          </a:prstGeom>
          <a:noFill/>
        </p:spPr>
        <p:txBody>
          <a:bodyPr wrap="square">
            <a:spAutoFit/>
          </a:bodyPr>
          <a:lstStyle/>
          <a:p>
            <a:pPr marL="285750" indent="-285750" algn="l">
              <a:spcBef>
                <a:spcPts val="300"/>
              </a:spcBef>
              <a:buFont typeface="Arial" panose="020B0604020202020204" pitchFamily="34" charset="0"/>
              <a:buChar char="•"/>
            </a:pPr>
            <a:r>
              <a:rPr lang="en-US" sz="1700" dirty="0">
                <a:solidFill>
                  <a:srgbClr val="CCE5FF"/>
                </a:solidFill>
              </a:rPr>
              <a:t>FGSM is a one-step adversarial attack designed for </a:t>
            </a:r>
            <a:r>
              <a:rPr lang="en-US" sz="1700" b="1" dirty="0">
                <a:solidFill>
                  <a:srgbClr val="CCE5FF"/>
                </a:solidFill>
              </a:rPr>
              <a:t>speed</a:t>
            </a:r>
            <a:r>
              <a:rPr lang="en-US" sz="1700" dirty="0">
                <a:solidFill>
                  <a:srgbClr val="CCE5FF"/>
                </a:solidFill>
              </a:rPr>
              <a:t>. It computes the gradient of the loss function with respect to the input image just once and moves the pixels a fixed step size in the direction that increases the loss.</a:t>
            </a:r>
          </a:p>
          <a:p>
            <a:pPr marL="285750" indent="-285750">
              <a:spcBef>
                <a:spcPts val="300"/>
              </a:spcBef>
              <a:buFont typeface="Arial" panose="020B0604020202020204" pitchFamily="34" charset="0"/>
              <a:buChar char="•"/>
            </a:pPr>
            <a:r>
              <a:rPr lang="en-US" sz="1700" dirty="0">
                <a:solidFill>
                  <a:srgbClr val="CCE5FF"/>
                </a:solidFill>
              </a:rPr>
              <a:t>Hyperparameter: </a:t>
            </a:r>
          </a:p>
          <a:p>
            <a:pPr marL="742950" lvl="1" indent="-285750">
              <a:spcBef>
                <a:spcPts val="300"/>
              </a:spcBef>
              <a:buFont typeface="Arial" panose="020B0604020202020204" pitchFamily="34" charset="0"/>
              <a:buChar char="•"/>
            </a:pPr>
            <a:r>
              <a:rPr lang="en-US" sz="1700" dirty="0">
                <a:solidFill>
                  <a:srgbClr val="CCE5FF"/>
                </a:solidFill>
              </a:rPr>
              <a:t>Single step</a:t>
            </a:r>
          </a:p>
          <a:p>
            <a:pPr marL="742950" lvl="1" indent="-285750">
              <a:spcBef>
                <a:spcPts val="300"/>
              </a:spcBef>
              <a:buFont typeface="Arial" panose="020B0604020202020204" pitchFamily="34" charset="0"/>
              <a:buChar char="•"/>
            </a:pPr>
            <a:r>
              <a:rPr lang="el-GR" sz="1700" dirty="0">
                <a:solidFill>
                  <a:srgbClr val="CCE5FF"/>
                </a:solidFill>
              </a:rPr>
              <a:t>α = 0.</a:t>
            </a:r>
            <a:r>
              <a:rPr lang="en-US" sz="1700" dirty="0">
                <a:solidFill>
                  <a:srgbClr val="CCE5FF"/>
                </a:solidFill>
              </a:rPr>
              <a:t>3</a:t>
            </a:r>
          </a:p>
          <a:p>
            <a:pPr algn="l">
              <a:spcBef>
                <a:spcPts val="300"/>
              </a:spcBef>
            </a:pPr>
            <a:endParaRPr sz="1700" dirty="0">
              <a:solidFill>
                <a:srgbClr val="CCE5FF"/>
              </a:solidFill>
            </a:endParaRPr>
          </a:p>
        </p:txBody>
      </p:sp>
      <p:sp>
        <p:nvSpPr>
          <p:cNvPr id="11" name="Rectangle 10"/>
          <p:cNvSpPr/>
          <p:nvPr/>
        </p:nvSpPr>
        <p:spPr>
          <a:xfrm>
            <a:off x="4251960" y="1097280"/>
            <a:ext cx="3657600" cy="91440"/>
          </a:xfrm>
          <a:prstGeom prst="rect">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389120" y="1234440"/>
            <a:ext cx="3383280" cy="502920"/>
          </a:xfrm>
          <a:prstGeom prst="rect">
            <a:avLst/>
          </a:prstGeom>
          <a:noFill/>
        </p:spPr>
        <p:txBody>
          <a:bodyPr wrap="square">
            <a:spAutoFit/>
          </a:bodyPr>
          <a:lstStyle/>
          <a:p>
            <a:pPr algn="l"/>
            <a:r>
              <a:rPr sz="2200" b="1" i="0">
                <a:solidFill>
                  <a:srgbClr val="4CAF50"/>
                </a:solidFill>
              </a:rPr>
              <a:t>I-FGSM / PGD</a:t>
            </a:r>
          </a:p>
        </p:txBody>
      </p:sp>
      <p:sp>
        <p:nvSpPr>
          <p:cNvPr id="13" name="TextBox 12"/>
          <p:cNvSpPr txBox="1"/>
          <p:nvPr/>
        </p:nvSpPr>
        <p:spPr>
          <a:xfrm>
            <a:off x="4389120" y="1755648"/>
            <a:ext cx="3383280" cy="457200"/>
          </a:xfrm>
          <a:prstGeom prst="rect">
            <a:avLst/>
          </a:prstGeom>
          <a:noFill/>
        </p:spPr>
        <p:txBody>
          <a:bodyPr wrap="square">
            <a:spAutoFit/>
          </a:bodyPr>
          <a:lstStyle/>
          <a:p>
            <a:pPr algn="l"/>
            <a:r>
              <a:rPr sz="1400" b="0" i="1" dirty="0">
                <a:solidFill>
                  <a:srgbClr val="AABBCC"/>
                </a:solidFill>
              </a:rPr>
              <a:t>Iterative Projected Gradient Descent</a:t>
            </a:r>
          </a:p>
        </p:txBody>
      </p:sp>
      <p:sp>
        <p:nvSpPr>
          <p:cNvPr id="14" name="TextBox 13"/>
          <p:cNvSpPr txBox="1"/>
          <p:nvPr/>
        </p:nvSpPr>
        <p:spPr>
          <a:xfrm>
            <a:off x="4389120" y="2240280"/>
            <a:ext cx="3383280" cy="2862322"/>
          </a:xfrm>
          <a:prstGeom prst="rect">
            <a:avLst/>
          </a:prstGeom>
          <a:noFill/>
        </p:spPr>
        <p:txBody>
          <a:bodyPr wrap="square">
            <a:spAutoFit/>
          </a:bodyPr>
          <a:lstStyle/>
          <a:p>
            <a:pPr>
              <a:spcBef>
                <a:spcPts val="300"/>
              </a:spcBef>
            </a:pPr>
            <a:r>
              <a:rPr sz="1700" dirty="0">
                <a:solidFill>
                  <a:srgbClr val="CCE5FF"/>
                </a:solidFill>
              </a:rPr>
              <a:t>• </a:t>
            </a:r>
            <a:r>
              <a:rPr lang="en-US" sz="1700" dirty="0">
                <a:solidFill>
                  <a:srgbClr val="CCE5FF"/>
                </a:solidFill>
              </a:rPr>
              <a:t>I-FGSM and PGD improve upon FGSM by applying the gradient step iteratively over multiple small steps. PGD adds a random initialization step to explore a wider space.</a:t>
            </a:r>
          </a:p>
          <a:p>
            <a:pPr>
              <a:spcBef>
                <a:spcPts val="300"/>
              </a:spcBef>
            </a:pPr>
            <a:r>
              <a:rPr sz="1700" dirty="0">
                <a:solidFill>
                  <a:srgbClr val="CCE5FF"/>
                </a:solidFill>
              </a:rPr>
              <a:t>•  </a:t>
            </a:r>
            <a:r>
              <a:rPr lang="en-US" sz="1700" dirty="0">
                <a:solidFill>
                  <a:srgbClr val="CCE5FF"/>
                </a:solidFill>
              </a:rPr>
              <a:t>Hyperparameter: </a:t>
            </a:r>
          </a:p>
          <a:p>
            <a:pPr marL="742950" lvl="1" indent="-285750">
              <a:spcBef>
                <a:spcPts val="300"/>
              </a:spcBef>
              <a:buFont typeface="Arial" panose="020B0604020202020204" pitchFamily="34" charset="0"/>
              <a:buChar char="•"/>
            </a:pPr>
            <a:r>
              <a:rPr sz="1700" dirty="0">
                <a:solidFill>
                  <a:srgbClr val="CCE5FF"/>
                </a:solidFill>
              </a:rPr>
              <a:t>50 steps  </a:t>
            </a:r>
            <a:endParaRPr lang="en-US" sz="1700" dirty="0">
              <a:solidFill>
                <a:srgbClr val="CCE5FF"/>
              </a:solidFill>
            </a:endParaRPr>
          </a:p>
          <a:p>
            <a:pPr marL="742950" lvl="1" indent="-285750">
              <a:spcBef>
                <a:spcPts val="300"/>
              </a:spcBef>
              <a:buFont typeface="Arial" panose="020B0604020202020204" pitchFamily="34" charset="0"/>
              <a:buChar char="•"/>
            </a:pPr>
            <a:r>
              <a:rPr sz="1700" dirty="0">
                <a:solidFill>
                  <a:srgbClr val="CCE5FF"/>
                </a:solidFill>
              </a:rPr>
              <a:t>α = 0.01</a:t>
            </a:r>
            <a:r>
              <a:rPr lang="en-US" sz="1700" dirty="0">
                <a:solidFill>
                  <a:srgbClr val="CCE5FF"/>
                </a:solidFill>
              </a:rPr>
              <a:t> per-step perturbation size </a:t>
            </a:r>
          </a:p>
          <a:p>
            <a:pPr marL="742950" lvl="1" indent="-285750">
              <a:spcBef>
                <a:spcPts val="300"/>
              </a:spcBef>
              <a:buFont typeface="Arial" panose="020B0604020202020204" pitchFamily="34" charset="0"/>
              <a:buChar char="•"/>
            </a:pPr>
            <a:r>
              <a:rPr sz="1700" dirty="0">
                <a:solidFill>
                  <a:srgbClr val="CCE5FF"/>
                </a:solidFill>
              </a:rPr>
              <a:t>random ℓ∞ initiali</a:t>
            </a:r>
            <a:r>
              <a:rPr lang="en-US" sz="1700" dirty="0">
                <a:solidFill>
                  <a:srgbClr val="CCE5FF"/>
                </a:solidFill>
              </a:rPr>
              <a:t>za</a:t>
            </a:r>
            <a:r>
              <a:rPr sz="1700" dirty="0">
                <a:solidFill>
                  <a:srgbClr val="CCE5FF"/>
                </a:solidFill>
              </a:rPr>
              <a:t>tion</a:t>
            </a:r>
          </a:p>
        </p:txBody>
      </p:sp>
      <p:sp>
        <p:nvSpPr>
          <p:cNvPr id="16" name="Rectangle 15"/>
          <p:cNvSpPr/>
          <p:nvPr/>
        </p:nvSpPr>
        <p:spPr>
          <a:xfrm>
            <a:off x="8046720" y="1097280"/>
            <a:ext cx="3657600" cy="9144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183880" y="1234440"/>
            <a:ext cx="3383280" cy="502920"/>
          </a:xfrm>
          <a:prstGeom prst="rect">
            <a:avLst/>
          </a:prstGeom>
          <a:noFill/>
        </p:spPr>
        <p:txBody>
          <a:bodyPr wrap="square">
            <a:spAutoFit/>
          </a:bodyPr>
          <a:lstStyle/>
          <a:p>
            <a:pPr algn="l"/>
            <a:r>
              <a:rPr sz="2200" b="1" i="0">
                <a:solidFill>
                  <a:srgbClr val="FF9933"/>
                </a:solidFill>
              </a:rPr>
              <a:t>MI-FGSM</a:t>
            </a:r>
          </a:p>
        </p:txBody>
      </p:sp>
      <p:sp>
        <p:nvSpPr>
          <p:cNvPr id="18" name="TextBox 17"/>
          <p:cNvSpPr txBox="1"/>
          <p:nvPr/>
        </p:nvSpPr>
        <p:spPr>
          <a:xfrm>
            <a:off x="8183880" y="1755648"/>
            <a:ext cx="3383280" cy="457200"/>
          </a:xfrm>
          <a:prstGeom prst="rect">
            <a:avLst/>
          </a:prstGeom>
          <a:noFill/>
        </p:spPr>
        <p:txBody>
          <a:bodyPr wrap="square">
            <a:spAutoFit/>
          </a:bodyPr>
          <a:lstStyle/>
          <a:p>
            <a:pPr algn="l"/>
            <a:r>
              <a:rPr sz="1400" b="0" i="1">
                <a:solidFill>
                  <a:srgbClr val="AABBCC"/>
                </a:solidFill>
              </a:rPr>
              <a:t>Momentum Iterative FGSM</a:t>
            </a:r>
          </a:p>
        </p:txBody>
      </p:sp>
      <p:sp>
        <p:nvSpPr>
          <p:cNvPr id="19" name="TextBox 18"/>
          <p:cNvSpPr txBox="1"/>
          <p:nvPr/>
        </p:nvSpPr>
        <p:spPr>
          <a:xfrm>
            <a:off x="8183880" y="2240280"/>
            <a:ext cx="3657600" cy="3385542"/>
          </a:xfrm>
          <a:prstGeom prst="rect">
            <a:avLst/>
          </a:prstGeom>
          <a:noFill/>
        </p:spPr>
        <p:txBody>
          <a:bodyPr wrap="square">
            <a:spAutoFit/>
          </a:bodyPr>
          <a:lstStyle/>
          <a:p>
            <a:pPr marL="285750" indent="-285750">
              <a:spcBef>
                <a:spcPts val="300"/>
              </a:spcBef>
              <a:buFont typeface="Arial" panose="020B0604020202020204" pitchFamily="34" charset="0"/>
              <a:buChar char="•"/>
            </a:pPr>
            <a:r>
              <a:rPr lang="en-US" sz="1700" dirty="0">
                <a:solidFill>
                  <a:srgbClr val="CCE5FF"/>
                </a:solidFill>
              </a:rPr>
              <a:t>MI-FGSM integrates a momentum term into the iterative process. This prevents the attack from getting trapped in poor local maxima or oscillating wildly in narrow valleys, making the generated adversarial examples much more effective at transferring to break other models.</a:t>
            </a:r>
          </a:p>
          <a:p>
            <a:pPr marL="285750" indent="-285750">
              <a:spcBef>
                <a:spcPts val="300"/>
              </a:spcBef>
              <a:buFont typeface="Arial" panose="020B0604020202020204" pitchFamily="34" charset="0"/>
              <a:buChar char="•"/>
            </a:pPr>
            <a:r>
              <a:rPr lang="en-US" sz="1700" dirty="0">
                <a:solidFill>
                  <a:srgbClr val="CCE5FF"/>
                </a:solidFill>
              </a:rPr>
              <a:t>Hyperparameter: </a:t>
            </a:r>
          </a:p>
          <a:p>
            <a:pPr marL="742950" lvl="1" indent="-285750">
              <a:spcBef>
                <a:spcPts val="300"/>
              </a:spcBef>
              <a:buFont typeface="Arial" panose="020B0604020202020204" pitchFamily="34" charset="0"/>
              <a:buChar char="•"/>
            </a:pPr>
            <a:r>
              <a:rPr sz="1700" dirty="0">
                <a:solidFill>
                  <a:srgbClr val="CCE5FF"/>
                </a:solidFill>
              </a:rPr>
              <a:t>50 steps</a:t>
            </a:r>
            <a:endParaRPr lang="en-US" sz="1700" dirty="0">
              <a:solidFill>
                <a:srgbClr val="CCE5FF"/>
              </a:solidFill>
            </a:endParaRPr>
          </a:p>
          <a:p>
            <a:pPr marL="742950" lvl="1" indent="-285750">
              <a:spcBef>
                <a:spcPts val="300"/>
              </a:spcBef>
              <a:buFont typeface="Arial" panose="020B0604020202020204" pitchFamily="34" charset="0"/>
              <a:buChar char="•"/>
            </a:pPr>
            <a:r>
              <a:rPr lang="el-GR" sz="1700" dirty="0">
                <a:solidFill>
                  <a:srgbClr val="CCE5FF"/>
                </a:solidFill>
              </a:rPr>
              <a:t>α = 0.01</a:t>
            </a:r>
            <a:endParaRPr lang="en-US" sz="1700" dirty="0">
              <a:solidFill>
                <a:srgbClr val="CCE5FF"/>
              </a:solidFill>
            </a:endParaRPr>
          </a:p>
          <a:p>
            <a:pPr marL="742950" lvl="1" indent="-285750">
              <a:spcBef>
                <a:spcPts val="300"/>
              </a:spcBef>
              <a:buFont typeface="Arial" panose="020B0604020202020204" pitchFamily="34" charset="0"/>
              <a:buChar char="•"/>
            </a:pPr>
            <a:r>
              <a:rPr lang="el-GR" sz="1700" dirty="0">
                <a:solidFill>
                  <a:srgbClr val="CCE5FF"/>
                </a:solidFill>
              </a:rPr>
              <a:t>μ</a:t>
            </a:r>
            <a:r>
              <a:rPr lang="en-US" sz="1700" dirty="0">
                <a:solidFill>
                  <a:srgbClr val="CCE5FF"/>
                </a:solidFill>
              </a:rPr>
              <a:t> = 1.0 momentum decay</a:t>
            </a:r>
            <a:endParaRPr sz="1700" dirty="0">
              <a:solidFill>
                <a:srgbClr val="CCE5FF"/>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058891-7227-4B91-E3C3-A16AC4D436A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72D06F5-E26A-0FA0-A4BA-ED4B075C3FEE}"/>
              </a:ext>
            </a:extLst>
          </p:cNvPr>
          <p:cNvSpPr txBox="1"/>
          <p:nvPr/>
        </p:nvSpPr>
        <p:spPr>
          <a:xfrm>
            <a:off x="457200" y="164592"/>
            <a:ext cx="10972800" cy="553998"/>
          </a:xfrm>
          <a:prstGeom prst="rect">
            <a:avLst/>
          </a:prstGeom>
          <a:noFill/>
        </p:spPr>
        <p:txBody>
          <a:bodyPr wrap="square">
            <a:spAutoFit/>
          </a:bodyPr>
          <a:lstStyle/>
          <a:p>
            <a:pPr algn="l"/>
            <a:r>
              <a:rPr lang="en-US" sz="3000" b="1" i="0" dirty="0">
                <a:solidFill>
                  <a:srgbClr val="00C2FF"/>
                </a:solidFill>
              </a:rPr>
              <a:t>Evaluation Metrics</a:t>
            </a:r>
            <a:endParaRPr sz="3000" b="1" i="0" dirty="0">
              <a:solidFill>
                <a:srgbClr val="00C2FF"/>
              </a:solidFill>
            </a:endParaRPr>
          </a:p>
        </p:txBody>
      </p:sp>
      <p:sp>
        <p:nvSpPr>
          <p:cNvPr id="6" name="Rectangle 5">
            <a:extLst>
              <a:ext uri="{FF2B5EF4-FFF2-40B4-BE49-F238E27FC236}">
                <a16:creationId xmlns:a16="http://schemas.microsoft.com/office/drawing/2014/main" id="{B7172A60-274B-21CC-E28D-F0BC9EB76BFF}"/>
              </a:ext>
            </a:extLst>
          </p:cNvPr>
          <p:cNvSpPr/>
          <p:nvPr/>
        </p:nvSpPr>
        <p:spPr>
          <a:xfrm>
            <a:off x="594360" y="1111408"/>
            <a:ext cx="3657600" cy="91440"/>
          </a:xfrm>
          <a:prstGeom prst="rect">
            <a:avLst/>
          </a:prstGeom>
          <a:solidFill>
            <a:srgbClr val="FF4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a:extLst>
              <a:ext uri="{FF2B5EF4-FFF2-40B4-BE49-F238E27FC236}">
                <a16:creationId xmlns:a16="http://schemas.microsoft.com/office/drawing/2014/main" id="{B0584C15-18F2-76D9-CC2E-EBB44A951816}"/>
              </a:ext>
            </a:extLst>
          </p:cNvPr>
          <p:cNvSpPr txBox="1"/>
          <p:nvPr/>
        </p:nvSpPr>
        <p:spPr>
          <a:xfrm>
            <a:off x="594360" y="1234440"/>
            <a:ext cx="3383280" cy="430887"/>
          </a:xfrm>
          <a:prstGeom prst="rect">
            <a:avLst/>
          </a:prstGeom>
          <a:noFill/>
        </p:spPr>
        <p:txBody>
          <a:bodyPr wrap="square">
            <a:spAutoFit/>
          </a:bodyPr>
          <a:lstStyle/>
          <a:p>
            <a:pPr algn="l"/>
            <a:r>
              <a:rPr lang="en-US" sz="2200" b="1" i="0" dirty="0">
                <a:solidFill>
                  <a:srgbClr val="FF4545"/>
                </a:solidFill>
              </a:rPr>
              <a:t>Recognition Rate</a:t>
            </a:r>
            <a:endParaRPr sz="2200" b="1" i="0" dirty="0">
              <a:solidFill>
                <a:srgbClr val="FF4545"/>
              </a:solidFill>
            </a:endParaRPr>
          </a:p>
        </p:txBody>
      </p:sp>
      <p:sp>
        <p:nvSpPr>
          <p:cNvPr id="9" name="TextBox 8">
            <a:extLst>
              <a:ext uri="{FF2B5EF4-FFF2-40B4-BE49-F238E27FC236}">
                <a16:creationId xmlns:a16="http://schemas.microsoft.com/office/drawing/2014/main" id="{448BE19C-37D2-BAE3-9FA6-D8ACA42CF39B}"/>
              </a:ext>
            </a:extLst>
          </p:cNvPr>
          <p:cNvSpPr txBox="1"/>
          <p:nvPr/>
        </p:nvSpPr>
        <p:spPr>
          <a:xfrm>
            <a:off x="457200" y="1685835"/>
            <a:ext cx="6596149" cy="692497"/>
          </a:xfrm>
          <a:prstGeom prst="rect">
            <a:avLst/>
          </a:prstGeom>
          <a:noFill/>
        </p:spPr>
        <p:txBody>
          <a:bodyPr wrap="square">
            <a:spAutoFit/>
          </a:bodyPr>
          <a:lstStyle/>
          <a:p>
            <a:pPr marL="285750" indent="-285750">
              <a:buFont typeface="Arial" panose="020B0604020202020204" pitchFamily="34" charset="0"/>
              <a:buChar char="•"/>
            </a:pPr>
            <a:r>
              <a:rPr lang="en-US" sz="1900" dirty="0">
                <a:solidFill>
                  <a:srgbClr val="CCE5FF"/>
                </a:solidFill>
              </a:rPr>
              <a:t>Accuracy on clean (</a:t>
            </a:r>
            <a:r>
              <a:rPr lang="en-US" sz="1900" dirty="0" err="1">
                <a:solidFill>
                  <a:srgbClr val="CCE5FF"/>
                </a:solidFill>
              </a:rPr>
              <a:t>unattacked</a:t>
            </a:r>
            <a:r>
              <a:rPr lang="en-US" sz="1900" dirty="0">
                <a:solidFill>
                  <a:srgbClr val="CCE5FF"/>
                </a:solidFill>
              </a:rPr>
              <a:t>) test images</a:t>
            </a:r>
          </a:p>
          <a:p>
            <a:pPr marL="285750" indent="-285750">
              <a:buFont typeface="Arial" panose="020B0604020202020204" pitchFamily="34" charset="0"/>
              <a:buChar char="•"/>
            </a:pPr>
            <a:r>
              <a:rPr lang="en-US" sz="1900" dirty="0">
                <a:solidFill>
                  <a:srgbClr val="CCE5FF"/>
                </a:solidFill>
              </a:rPr>
              <a:t>Tells how strong the model is normally</a:t>
            </a:r>
          </a:p>
        </p:txBody>
      </p:sp>
      <p:sp>
        <p:nvSpPr>
          <p:cNvPr id="11" name="Rectangle 10">
            <a:extLst>
              <a:ext uri="{FF2B5EF4-FFF2-40B4-BE49-F238E27FC236}">
                <a16:creationId xmlns:a16="http://schemas.microsoft.com/office/drawing/2014/main" id="{887A50B4-AE9F-98F7-2EA5-A5BF2A8723DB}"/>
              </a:ext>
            </a:extLst>
          </p:cNvPr>
          <p:cNvSpPr/>
          <p:nvPr/>
        </p:nvSpPr>
        <p:spPr>
          <a:xfrm>
            <a:off x="594360" y="3429000"/>
            <a:ext cx="3657600" cy="91440"/>
          </a:xfrm>
          <a:prstGeom prst="rect">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a:extLst>
              <a:ext uri="{FF2B5EF4-FFF2-40B4-BE49-F238E27FC236}">
                <a16:creationId xmlns:a16="http://schemas.microsoft.com/office/drawing/2014/main" id="{583D90D2-2D04-7763-40DA-F77BAD7A5F47}"/>
              </a:ext>
            </a:extLst>
          </p:cNvPr>
          <p:cNvSpPr txBox="1"/>
          <p:nvPr/>
        </p:nvSpPr>
        <p:spPr>
          <a:xfrm>
            <a:off x="457200" y="4133755"/>
            <a:ext cx="8674331" cy="677108"/>
          </a:xfrm>
          <a:prstGeom prst="rect">
            <a:avLst/>
          </a:prstGeom>
          <a:noFill/>
        </p:spPr>
        <p:txBody>
          <a:bodyPr wrap="square">
            <a:spAutoFit/>
          </a:bodyPr>
          <a:lstStyle/>
          <a:p>
            <a:pPr marL="285750" indent="-285750">
              <a:buFont typeface="Arial" panose="020B0604020202020204" pitchFamily="34" charset="0"/>
              <a:buChar char="•"/>
            </a:pPr>
            <a:r>
              <a:rPr lang="en-US" sz="1900" dirty="0">
                <a:solidFill>
                  <a:srgbClr val="CCE5FF"/>
                </a:solidFill>
              </a:rPr>
              <a:t>% of correctly-classified samples that are misclassified after the attack</a:t>
            </a:r>
          </a:p>
          <a:p>
            <a:pPr marL="285750" indent="-285750">
              <a:buFont typeface="Arial" panose="020B0604020202020204" pitchFamily="34" charset="0"/>
              <a:buChar char="•"/>
            </a:pPr>
            <a:r>
              <a:rPr lang="en-US" sz="1900" dirty="0">
                <a:solidFill>
                  <a:srgbClr val="CCE5FF"/>
                </a:solidFill>
              </a:rPr>
              <a:t>Tells how easily strength of  model collapses under attack </a:t>
            </a:r>
          </a:p>
        </p:txBody>
      </p:sp>
      <p:sp>
        <p:nvSpPr>
          <p:cNvPr id="2" name="TextBox 1">
            <a:extLst>
              <a:ext uri="{FF2B5EF4-FFF2-40B4-BE49-F238E27FC236}">
                <a16:creationId xmlns:a16="http://schemas.microsoft.com/office/drawing/2014/main" id="{2F54D5A6-A6C7-A375-7C70-F993AFD2305D}"/>
              </a:ext>
            </a:extLst>
          </p:cNvPr>
          <p:cNvSpPr txBox="1"/>
          <p:nvPr/>
        </p:nvSpPr>
        <p:spPr>
          <a:xfrm>
            <a:off x="731520" y="3611654"/>
            <a:ext cx="3383280" cy="430887"/>
          </a:xfrm>
          <a:prstGeom prst="rect">
            <a:avLst/>
          </a:prstGeom>
          <a:noFill/>
        </p:spPr>
        <p:txBody>
          <a:bodyPr wrap="square">
            <a:spAutoFit/>
          </a:bodyPr>
          <a:lstStyle/>
          <a:p>
            <a:pPr algn="l"/>
            <a:r>
              <a:rPr lang="en-US" sz="2200" b="1" i="0" dirty="0">
                <a:solidFill>
                  <a:srgbClr val="00B050"/>
                </a:solidFill>
              </a:rPr>
              <a:t>Attack Success Rate (ASR) </a:t>
            </a:r>
          </a:p>
        </p:txBody>
      </p:sp>
    </p:spTree>
    <p:extLst>
      <p:ext uri="{BB962C8B-B14F-4D97-AF65-F5344CB8AC3E}">
        <p14:creationId xmlns:p14="http://schemas.microsoft.com/office/powerpoint/2010/main" val="369898255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457200" y="164592"/>
            <a:ext cx="10972800" cy="553998"/>
          </a:xfrm>
          <a:prstGeom prst="rect">
            <a:avLst/>
          </a:prstGeom>
          <a:noFill/>
        </p:spPr>
        <p:txBody>
          <a:bodyPr wrap="square">
            <a:spAutoFit/>
          </a:bodyPr>
          <a:lstStyle/>
          <a:p>
            <a:pPr algn="l"/>
            <a:r>
              <a:rPr sz="3000" b="1" i="0" dirty="0">
                <a:solidFill>
                  <a:srgbClr val="00C2FF"/>
                </a:solidFill>
              </a:rPr>
              <a:t>Results — RR &amp; Attack Success Rate  (</a:t>
            </a:r>
            <a:r>
              <a:rPr sz="3000" b="1" i="0" dirty="0" err="1">
                <a:solidFill>
                  <a:srgbClr val="00C2FF"/>
                </a:solidFill>
              </a:rPr>
              <a:t>ε</a:t>
            </a:r>
            <a:r>
              <a:rPr sz="3000" b="1" i="0" dirty="0">
                <a:solidFill>
                  <a:srgbClr val="00C2FF"/>
                </a:solidFill>
              </a:rPr>
              <a:t> = 0.3)</a:t>
            </a:r>
          </a:p>
        </p:txBody>
      </p:sp>
      <p:sp>
        <p:nvSpPr>
          <p:cNvPr id="5" name="Rectangle 4"/>
          <p:cNvSpPr/>
          <p:nvPr/>
        </p:nvSpPr>
        <p:spPr>
          <a:xfrm>
            <a:off x="457200" y="1097280"/>
            <a:ext cx="3429000" cy="658368"/>
          </a:xfrm>
          <a:prstGeom prst="rect">
            <a:avLst/>
          </a:prstGeom>
          <a:solidFill>
            <a:srgbClr val="004A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1188720"/>
            <a:ext cx="3474720" cy="658368"/>
          </a:xfrm>
          <a:prstGeom prst="rect">
            <a:avLst/>
          </a:prstGeom>
          <a:noFill/>
        </p:spPr>
        <p:txBody>
          <a:bodyPr wrap="square">
            <a:spAutoFit/>
          </a:bodyPr>
          <a:lstStyle/>
          <a:p>
            <a:pPr algn="ctr"/>
            <a:r>
              <a:rPr sz="1700" b="1" i="0">
                <a:solidFill>
                  <a:srgbClr val="FFFFFF"/>
                </a:solidFill>
              </a:rPr>
              <a:t>Metric</a:t>
            </a:r>
          </a:p>
        </p:txBody>
      </p:sp>
      <p:sp>
        <p:nvSpPr>
          <p:cNvPr id="7" name="Rectangle 6"/>
          <p:cNvSpPr/>
          <p:nvPr/>
        </p:nvSpPr>
        <p:spPr>
          <a:xfrm>
            <a:off x="4023360" y="1097280"/>
            <a:ext cx="1691640" cy="658368"/>
          </a:xfrm>
          <a:prstGeom prst="rect">
            <a:avLst/>
          </a:prstGeom>
          <a:solidFill>
            <a:srgbClr val="004A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023360" y="1188720"/>
            <a:ext cx="1737360" cy="658368"/>
          </a:xfrm>
          <a:prstGeom prst="rect">
            <a:avLst/>
          </a:prstGeom>
          <a:noFill/>
        </p:spPr>
        <p:txBody>
          <a:bodyPr wrap="square">
            <a:spAutoFit/>
          </a:bodyPr>
          <a:lstStyle/>
          <a:p>
            <a:pPr algn="ctr"/>
            <a:r>
              <a:rPr sz="1700" b="1" i="0">
                <a:solidFill>
                  <a:srgbClr val="FFFFFF"/>
                </a:solidFill>
              </a:rPr>
              <a:t>Value</a:t>
            </a:r>
          </a:p>
        </p:txBody>
      </p:sp>
      <p:sp>
        <p:nvSpPr>
          <p:cNvPr id="9" name="Rectangle 8"/>
          <p:cNvSpPr/>
          <p:nvPr/>
        </p:nvSpPr>
        <p:spPr>
          <a:xfrm>
            <a:off x="5852160" y="1097280"/>
            <a:ext cx="5989320" cy="658368"/>
          </a:xfrm>
          <a:prstGeom prst="rect">
            <a:avLst/>
          </a:prstGeom>
          <a:solidFill>
            <a:srgbClr val="004A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852160" y="1188720"/>
            <a:ext cx="6035040" cy="658368"/>
          </a:xfrm>
          <a:prstGeom prst="rect">
            <a:avLst/>
          </a:prstGeom>
          <a:noFill/>
        </p:spPr>
        <p:txBody>
          <a:bodyPr wrap="square">
            <a:spAutoFit/>
          </a:bodyPr>
          <a:lstStyle/>
          <a:p>
            <a:pPr algn="ctr"/>
            <a:r>
              <a:rPr sz="1700" b="1" i="0">
                <a:solidFill>
                  <a:srgbClr val="FFFFFF"/>
                </a:solidFill>
              </a:rPr>
              <a:t>Interpretation</a:t>
            </a:r>
          </a:p>
        </p:txBody>
      </p:sp>
      <p:sp>
        <p:nvSpPr>
          <p:cNvPr id="11" name="Rectangle 10"/>
          <p:cNvSpPr/>
          <p:nvPr/>
        </p:nvSpPr>
        <p:spPr>
          <a:xfrm>
            <a:off x="457200" y="1792224"/>
            <a:ext cx="3429000" cy="640080"/>
          </a:xfrm>
          <a:prstGeom prst="rect">
            <a:avLst/>
          </a:prstGeom>
          <a:solidFill>
            <a:srgbClr val="0F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7200" y="1883664"/>
            <a:ext cx="3474720" cy="658368"/>
          </a:xfrm>
          <a:prstGeom prst="rect">
            <a:avLst/>
          </a:prstGeom>
          <a:noFill/>
        </p:spPr>
        <p:txBody>
          <a:bodyPr wrap="square">
            <a:spAutoFit/>
          </a:bodyPr>
          <a:lstStyle/>
          <a:p>
            <a:pPr algn="ctr"/>
            <a:r>
              <a:rPr sz="1600" b="0" i="0">
                <a:solidFill>
                  <a:srgbClr val="FFD700"/>
                </a:solidFill>
              </a:rPr>
              <a:t>Recognition Rate (before attacks)</a:t>
            </a:r>
          </a:p>
        </p:txBody>
      </p:sp>
      <p:sp>
        <p:nvSpPr>
          <p:cNvPr id="13" name="Rectangle 12"/>
          <p:cNvSpPr/>
          <p:nvPr/>
        </p:nvSpPr>
        <p:spPr>
          <a:xfrm>
            <a:off x="4023360" y="1792224"/>
            <a:ext cx="1691640" cy="640080"/>
          </a:xfrm>
          <a:prstGeom prst="rect">
            <a:avLst/>
          </a:prstGeom>
          <a:solidFill>
            <a:srgbClr val="0F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023360" y="1883664"/>
            <a:ext cx="1737360" cy="658368"/>
          </a:xfrm>
          <a:prstGeom prst="rect">
            <a:avLst/>
          </a:prstGeom>
          <a:noFill/>
        </p:spPr>
        <p:txBody>
          <a:bodyPr wrap="square">
            <a:spAutoFit/>
          </a:bodyPr>
          <a:lstStyle/>
          <a:p>
            <a:pPr algn="ctr"/>
            <a:r>
              <a:rPr sz="1600" b="1" i="0">
                <a:solidFill>
                  <a:srgbClr val="FFD700"/>
                </a:solidFill>
              </a:rPr>
              <a:t>99.1%</a:t>
            </a:r>
          </a:p>
        </p:txBody>
      </p:sp>
      <p:sp>
        <p:nvSpPr>
          <p:cNvPr id="15" name="Rectangle 14"/>
          <p:cNvSpPr/>
          <p:nvPr/>
        </p:nvSpPr>
        <p:spPr>
          <a:xfrm>
            <a:off x="5852160" y="1792224"/>
            <a:ext cx="5989320" cy="640080"/>
          </a:xfrm>
          <a:prstGeom prst="rect">
            <a:avLst/>
          </a:prstGeom>
          <a:solidFill>
            <a:srgbClr val="0F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852160" y="1883664"/>
            <a:ext cx="6035040" cy="658368"/>
          </a:xfrm>
          <a:prstGeom prst="rect">
            <a:avLst/>
          </a:prstGeom>
          <a:noFill/>
        </p:spPr>
        <p:txBody>
          <a:bodyPr wrap="square">
            <a:spAutoFit/>
          </a:bodyPr>
          <a:lstStyle/>
          <a:p>
            <a:pPr algn="ctr"/>
            <a:r>
              <a:rPr sz="1600" b="0" i="0" dirty="0">
                <a:solidFill>
                  <a:srgbClr val="FFD700"/>
                </a:solidFill>
              </a:rPr>
              <a:t>Baseline clean accuracy on 10k images</a:t>
            </a:r>
          </a:p>
        </p:txBody>
      </p:sp>
      <p:sp>
        <p:nvSpPr>
          <p:cNvPr id="17" name="Rectangle 16"/>
          <p:cNvSpPr/>
          <p:nvPr/>
        </p:nvSpPr>
        <p:spPr>
          <a:xfrm>
            <a:off x="457200" y="2450592"/>
            <a:ext cx="3429000" cy="640080"/>
          </a:xfrm>
          <a:prstGeom prst="rect">
            <a:avLst/>
          </a:prstGeom>
          <a:solidFill>
            <a:srgbClr val="1222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57200" y="2542032"/>
            <a:ext cx="3474720" cy="658368"/>
          </a:xfrm>
          <a:prstGeom prst="rect">
            <a:avLst/>
          </a:prstGeom>
          <a:noFill/>
        </p:spPr>
        <p:txBody>
          <a:bodyPr wrap="square">
            <a:spAutoFit/>
          </a:bodyPr>
          <a:lstStyle/>
          <a:p>
            <a:pPr algn="ctr"/>
            <a:r>
              <a:rPr sz="1600" b="0" i="0">
                <a:solidFill>
                  <a:srgbClr val="FFFFFF"/>
                </a:solidFill>
              </a:rPr>
              <a:t>ASR — FGSM</a:t>
            </a:r>
          </a:p>
        </p:txBody>
      </p:sp>
      <p:sp>
        <p:nvSpPr>
          <p:cNvPr id="19" name="Rectangle 18"/>
          <p:cNvSpPr/>
          <p:nvPr/>
        </p:nvSpPr>
        <p:spPr>
          <a:xfrm>
            <a:off x="4023360" y="2450592"/>
            <a:ext cx="1691640" cy="640080"/>
          </a:xfrm>
          <a:prstGeom prst="rect">
            <a:avLst/>
          </a:prstGeom>
          <a:solidFill>
            <a:srgbClr val="1222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023360" y="2542032"/>
            <a:ext cx="1737360" cy="658368"/>
          </a:xfrm>
          <a:prstGeom prst="rect">
            <a:avLst/>
          </a:prstGeom>
          <a:noFill/>
        </p:spPr>
        <p:txBody>
          <a:bodyPr wrap="square">
            <a:spAutoFit/>
          </a:bodyPr>
          <a:lstStyle/>
          <a:p>
            <a:pPr algn="ctr"/>
            <a:r>
              <a:rPr sz="1600" b="1" i="0">
                <a:solidFill>
                  <a:srgbClr val="FF4545"/>
                </a:solidFill>
              </a:rPr>
              <a:t>32.6%</a:t>
            </a:r>
          </a:p>
        </p:txBody>
      </p:sp>
      <p:sp>
        <p:nvSpPr>
          <p:cNvPr id="21" name="Rectangle 20"/>
          <p:cNvSpPr/>
          <p:nvPr/>
        </p:nvSpPr>
        <p:spPr>
          <a:xfrm>
            <a:off x="5852160" y="2450592"/>
            <a:ext cx="5989320" cy="640080"/>
          </a:xfrm>
          <a:prstGeom prst="rect">
            <a:avLst/>
          </a:prstGeom>
          <a:solidFill>
            <a:srgbClr val="1222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852160" y="2542032"/>
            <a:ext cx="6035040" cy="658368"/>
          </a:xfrm>
          <a:prstGeom prst="rect">
            <a:avLst/>
          </a:prstGeom>
          <a:noFill/>
        </p:spPr>
        <p:txBody>
          <a:bodyPr wrap="square">
            <a:spAutoFit/>
          </a:bodyPr>
          <a:lstStyle/>
          <a:p>
            <a:pPr algn="ctr"/>
            <a:r>
              <a:rPr sz="1600" b="0" i="0">
                <a:solidFill>
                  <a:srgbClr val="FFFFFF"/>
                </a:solidFill>
              </a:rPr>
              <a:t>Weakest — single step, budget underused</a:t>
            </a:r>
          </a:p>
        </p:txBody>
      </p:sp>
      <p:sp>
        <p:nvSpPr>
          <p:cNvPr id="23" name="Rectangle 22"/>
          <p:cNvSpPr/>
          <p:nvPr/>
        </p:nvSpPr>
        <p:spPr>
          <a:xfrm>
            <a:off x="457200" y="3108960"/>
            <a:ext cx="3429000" cy="640080"/>
          </a:xfrm>
          <a:prstGeom prst="rect">
            <a:avLst/>
          </a:prstGeom>
          <a:solidFill>
            <a:srgbClr val="1026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57200" y="3200400"/>
            <a:ext cx="3474720" cy="658368"/>
          </a:xfrm>
          <a:prstGeom prst="rect">
            <a:avLst/>
          </a:prstGeom>
          <a:noFill/>
        </p:spPr>
        <p:txBody>
          <a:bodyPr wrap="square">
            <a:spAutoFit/>
          </a:bodyPr>
          <a:lstStyle/>
          <a:p>
            <a:pPr algn="ctr"/>
            <a:r>
              <a:rPr sz="1600" b="0" i="0">
                <a:solidFill>
                  <a:srgbClr val="FFFFFF"/>
                </a:solidFill>
              </a:rPr>
              <a:t>ASR — MI-FGSM</a:t>
            </a:r>
          </a:p>
        </p:txBody>
      </p:sp>
      <p:sp>
        <p:nvSpPr>
          <p:cNvPr id="25" name="Rectangle 24"/>
          <p:cNvSpPr/>
          <p:nvPr/>
        </p:nvSpPr>
        <p:spPr>
          <a:xfrm>
            <a:off x="4023360" y="3108960"/>
            <a:ext cx="1691640" cy="640080"/>
          </a:xfrm>
          <a:prstGeom prst="rect">
            <a:avLst/>
          </a:prstGeom>
          <a:solidFill>
            <a:srgbClr val="1026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023360" y="3200400"/>
            <a:ext cx="1737360" cy="658368"/>
          </a:xfrm>
          <a:prstGeom prst="rect">
            <a:avLst/>
          </a:prstGeom>
          <a:noFill/>
        </p:spPr>
        <p:txBody>
          <a:bodyPr wrap="square">
            <a:spAutoFit/>
          </a:bodyPr>
          <a:lstStyle/>
          <a:p>
            <a:pPr algn="ctr"/>
            <a:r>
              <a:rPr sz="1600" b="1" i="0">
                <a:solidFill>
                  <a:srgbClr val="FF9933"/>
                </a:solidFill>
              </a:rPr>
              <a:t>61.5%</a:t>
            </a:r>
          </a:p>
        </p:txBody>
      </p:sp>
      <p:sp>
        <p:nvSpPr>
          <p:cNvPr id="27" name="Rectangle 26"/>
          <p:cNvSpPr/>
          <p:nvPr/>
        </p:nvSpPr>
        <p:spPr>
          <a:xfrm>
            <a:off x="5852160" y="3108960"/>
            <a:ext cx="5989320" cy="640080"/>
          </a:xfrm>
          <a:prstGeom prst="rect">
            <a:avLst/>
          </a:prstGeom>
          <a:solidFill>
            <a:srgbClr val="1026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5852160" y="3200400"/>
            <a:ext cx="6035040" cy="338554"/>
          </a:xfrm>
          <a:prstGeom prst="rect">
            <a:avLst/>
          </a:prstGeom>
          <a:noFill/>
        </p:spPr>
        <p:txBody>
          <a:bodyPr wrap="square">
            <a:spAutoFit/>
          </a:bodyPr>
          <a:lstStyle/>
          <a:p>
            <a:pPr algn="ctr"/>
            <a:r>
              <a:rPr sz="1600" b="0" i="0" dirty="0">
                <a:solidFill>
                  <a:srgbClr val="FFFFFF"/>
                </a:solidFill>
              </a:rPr>
              <a:t>Momentum stabili</a:t>
            </a:r>
            <a:r>
              <a:rPr lang="en-US" sz="1600" b="0" i="0" dirty="0">
                <a:solidFill>
                  <a:srgbClr val="FFFFFF"/>
                </a:solidFill>
              </a:rPr>
              <a:t>z</a:t>
            </a:r>
            <a:r>
              <a:rPr sz="1600" b="0" i="0" dirty="0">
                <a:solidFill>
                  <a:srgbClr val="FFFFFF"/>
                </a:solidFill>
              </a:rPr>
              <a:t>es gradient direction</a:t>
            </a:r>
          </a:p>
        </p:txBody>
      </p:sp>
      <p:sp>
        <p:nvSpPr>
          <p:cNvPr id="29" name="Rectangle 28"/>
          <p:cNvSpPr/>
          <p:nvPr/>
        </p:nvSpPr>
        <p:spPr>
          <a:xfrm>
            <a:off x="457200" y="3767328"/>
            <a:ext cx="3429000" cy="640080"/>
          </a:xfrm>
          <a:prstGeom prst="rect">
            <a:avLst/>
          </a:prstGeom>
          <a:solidFill>
            <a:srgbClr val="0A2A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457200" y="3858768"/>
            <a:ext cx="3474720" cy="658368"/>
          </a:xfrm>
          <a:prstGeom prst="rect">
            <a:avLst/>
          </a:prstGeom>
          <a:noFill/>
        </p:spPr>
        <p:txBody>
          <a:bodyPr wrap="square">
            <a:spAutoFit/>
          </a:bodyPr>
          <a:lstStyle/>
          <a:p>
            <a:pPr algn="ctr"/>
            <a:r>
              <a:rPr sz="1600" b="1" i="0">
                <a:solidFill>
                  <a:srgbClr val="FFFFFF"/>
                </a:solidFill>
              </a:rPr>
              <a:t>ASR — I-FGSM / PGD ★</a:t>
            </a:r>
          </a:p>
        </p:txBody>
      </p:sp>
      <p:sp>
        <p:nvSpPr>
          <p:cNvPr id="31" name="Rectangle 30"/>
          <p:cNvSpPr/>
          <p:nvPr/>
        </p:nvSpPr>
        <p:spPr>
          <a:xfrm>
            <a:off x="4023360" y="3767328"/>
            <a:ext cx="1691640" cy="640080"/>
          </a:xfrm>
          <a:prstGeom prst="rect">
            <a:avLst/>
          </a:prstGeom>
          <a:solidFill>
            <a:srgbClr val="0A2A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4023360" y="3858768"/>
            <a:ext cx="1737360" cy="658368"/>
          </a:xfrm>
          <a:prstGeom prst="rect">
            <a:avLst/>
          </a:prstGeom>
          <a:noFill/>
        </p:spPr>
        <p:txBody>
          <a:bodyPr wrap="square">
            <a:spAutoFit/>
          </a:bodyPr>
          <a:lstStyle/>
          <a:p>
            <a:pPr algn="ctr"/>
            <a:r>
              <a:rPr sz="1600" b="1" i="0">
                <a:solidFill>
                  <a:srgbClr val="4CAF50"/>
                </a:solidFill>
              </a:rPr>
              <a:t>70.8%</a:t>
            </a:r>
          </a:p>
        </p:txBody>
      </p:sp>
      <p:sp>
        <p:nvSpPr>
          <p:cNvPr id="33" name="Rectangle 32"/>
          <p:cNvSpPr/>
          <p:nvPr/>
        </p:nvSpPr>
        <p:spPr>
          <a:xfrm>
            <a:off x="5852160" y="3767328"/>
            <a:ext cx="5989320" cy="640080"/>
          </a:xfrm>
          <a:prstGeom prst="rect">
            <a:avLst/>
          </a:prstGeom>
          <a:solidFill>
            <a:srgbClr val="0A2A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5852160" y="3858768"/>
            <a:ext cx="6035040" cy="658368"/>
          </a:xfrm>
          <a:prstGeom prst="rect">
            <a:avLst/>
          </a:prstGeom>
          <a:noFill/>
        </p:spPr>
        <p:txBody>
          <a:bodyPr wrap="square">
            <a:spAutoFit/>
          </a:bodyPr>
          <a:lstStyle/>
          <a:p>
            <a:pPr algn="ctr"/>
            <a:r>
              <a:rPr sz="1600" b="1" i="0">
                <a:solidFill>
                  <a:srgbClr val="FFFFFF"/>
                </a:solidFill>
              </a:rPr>
              <a:t>Strongest — random start + 50 projected steps</a:t>
            </a:r>
          </a:p>
        </p:txBody>
      </p:sp>
      <p:sp>
        <p:nvSpPr>
          <p:cNvPr id="35" name="Rectangle 34"/>
          <p:cNvSpPr/>
          <p:nvPr/>
        </p:nvSpPr>
        <p:spPr>
          <a:xfrm>
            <a:off x="731520" y="5732099"/>
            <a:ext cx="2103120" cy="760140"/>
          </a:xfrm>
          <a:prstGeom prst="rect">
            <a:avLst/>
          </a:prstGeom>
          <a:solidFill>
            <a:srgbClr val="FF4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731520" y="5457779"/>
            <a:ext cx="2103120" cy="274320"/>
          </a:xfrm>
          <a:prstGeom prst="rect">
            <a:avLst/>
          </a:prstGeom>
          <a:noFill/>
        </p:spPr>
        <p:txBody>
          <a:bodyPr wrap="square">
            <a:spAutoFit/>
          </a:bodyPr>
          <a:lstStyle/>
          <a:p>
            <a:pPr algn="ctr"/>
            <a:r>
              <a:rPr sz="1500" b="1" i="0">
                <a:solidFill>
                  <a:srgbClr val="FFFFFF"/>
                </a:solidFill>
              </a:rPr>
              <a:t>32.6%</a:t>
            </a:r>
          </a:p>
        </p:txBody>
      </p:sp>
      <p:sp>
        <p:nvSpPr>
          <p:cNvPr id="37" name="TextBox 36"/>
          <p:cNvSpPr txBox="1"/>
          <p:nvPr/>
        </p:nvSpPr>
        <p:spPr>
          <a:xfrm>
            <a:off x="731520" y="6537960"/>
            <a:ext cx="2103120" cy="457200"/>
          </a:xfrm>
          <a:prstGeom prst="rect">
            <a:avLst/>
          </a:prstGeom>
          <a:noFill/>
        </p:spPr>
        <p:txBody>
          <a:bodyPr wrap="square">
            <a:spAutoFit/>
          </a:bodyPr>
          <a:lstStyle/>
          <a:p>
            <a:pPr algn="ctr"/>
            <a:r>
              <a:rPr sz="1300" b="0" i="0">
                <a:solidFill>
                  <a:srgbClr val="AABBCC"/>
                </a:solidFill>
              </a:rPr>
              <a:t>FGSM</a:t>
            </a:r>
          </a:p>
        </p:txBody>
      </p:sp>
      <p:sp>
        <p:nvSpPr>
          <p:cNvPr id="38" name="Rectangle 37"/>
          <p:cNvSpPr/>
          <p:nvPr/>
        </p:nvSpPr>
        <p:spPr>
          <a:xfrm>
            <a:off x="3520440" y="5058232"/>
            <a:ext cx="2103120" cy="1434007"/>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3520440" y="4783912"/>
            <a:ext cx="2103120" cy="274320"/>
          </a:xfrm>
          <a:prstGeom prst="rect">
            <a:avLst/>
          </a:prstGeom>
          <a:noFill/>
        </p:spPr>
        <p:txBody>
          <a:bodyPr wrap="square">
            <a:spAutoFit/>
          </a:bodyPr>
          <a:lstStyle/>
          <a:p>
            <a:pPr algn="ctr"/>
            <a:r>
              <a:rPr sz="1500" b="1" i="0">
                <a:solidFill>
                  <a:srgbClr val="FFFFFF"/>
                </a:solidFill>
              </a:rPr>
              <a:t>61.5%</a:t>
            </a:r>
          </a:p>
        </p:txBody>
      </p:sp>
      <p:sp>
        <p:nvSpPr>
          <p:cNvPr id="40" name="TextBox 39"/>
          <p:cNvSpPr txBox="1"/>
          <p:nvPr/>
        </p:nvSpPr>
        <p:spPr>
          <a:xfrm>
            <a:off x="3520440" y="6537960"/>
            <a:ext cx="2103120" cy="457200"/>
          </a:xfrm>
          <a:prstGeom prst="rect">
            <a:avLst/>
          </a:prstGeom>
          <a:noFill/>
        </p:spPr>
        <p:txBody>
          <a:bodyPr wrap="square">
            <a:spAutoFit/>
          </a:bodyPr>
          <a:lstStyle/>
          <a:p>
            <a:pPr algn="ctr"/>
            <a:r>
              <a:rPr sz="1300" b="0" i="0">
                <a:solidFill>
                  <a:srgbClr val="AABBCC"/>
                </a:solidFill>
              </a:rPr>
              <a:t>MI-FGSM</a:t>
            </a:r>
          </a:p>
        </p:txBody>
      </p:sp>
      <p:sp>
        <p:nvSpPr>
          <p:cNvPr id="41" name="Rectangle 40"/>
          <p:cNvSpPr/>
          <p:nvPr/>
        </p:nvSpPr>
        <p:spPr>
          <a:xfrm>
            <a:off x="6309360" y="4841382"/>
            <a:ext cx="2103120" cy="1650857"/>
          </a:xfrm>
          <a:prstGeom prst="rect">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6309360" y="4567062"/>
            <a:ext cx="2103120" cy="274320"/>
          </a:xfrm>
          <a:prstGeom prst="rect">
            <a:avLst/>
          </a:prstGeom>
          <a:noFill/>
        </p:spPr>
        <p:txBody>
          <a:bodyPr wrap="square">
            <a:spAutoFit/>
          </a:bodyPr>
          <a:lstStyle/>
          <a:p>
            <a:pPr algn="ctr"/>
            <a:r>
              <a:rPr sz="1500" b="1" i="0">
                <a:solidFill>
                  <a:srgbClr val="FFFFFF"/>
                </a:solidFill>
              </a:rPr>
              <a:t>70.8%</a:t>
            </a:r>
          </a:p>
        </p:txBody>
      </p:sp>
      <p:sp>
        <p:nvSpPr>
          <p:cNvPr id="43" name="TextBox 42"/>
          <p:cNvSpPr txBox="1"/>
          <p:nvPr/>
        </p:nvSpPr>
        <p:spPr>
          <a:xfrm>
            <a:off x="6309360" y="6537960"/>
            <a:ext cx="2103120" cy="292388"/>
          </a:xfrm>
          <a:prstGeom prst="rect">
            <a:avLst/>
          </a:prstGeom>
          <a:noFill/>
        </p:spPr>
        <p:txBody>
          <a:bodyPr wrap="square">
            <a:spAutoFit/>
          </a:bodyPr>
          <a:lstStyle/>
          <a:p>
            <a:pPr algn="ctr"/>
            <a:r>
              <a:rPr sz="1300" b="0" i="0" dirty="0">
                <a:solidFill>
                  <a:srgbClr val="AABBCC"/>
                </a:solidFill>
              </a:rPr>
              <a:t>I-FGSM/PGD★</a:t>
            </a:r>
          </a:p>
        </p:txBody>
      </p:sp>
      <p:sp>
        <p:nvSpPr>
          <p:cNvPr id="45" name="TextBox 44"/>
          <p:cNvSpPr txBox="1"/>
          <p:nvPr/>
        </p:nvSpPr>
        <p:spPr>
          <a:xfrm>
            <a:off x="9262745" y="4169664"/>
            <a:ext cx="2926080" cy="347472"/>
          </a:xfrm>
          <a:prstGeom prst="rect">
            <a:avLst/>
          </a:prstGeom>
          <a:noFill/>
        </p:spPr>
        <p:txBody>
          <a:bodyPr wrap="square">
            <a:spAutoFit/>
          </a:bodyPr>
          <a:lstStyle/>
          <a:p>
            <a:pPr algn="l"/>
            <a:r>
              <a:rPr sz="1300" b="0" i="1" dirty="0">
                <a:solidFill>
                  <a:srgbClr val="00C2FF"/>
                </a:solidFill>
              </a:rPr>
              <a:t>RR = 99.1% (clean baseline)</a:t>
            </a:r>
          </a:p>
        </p:txBody>
      </p:sp>
      <p:sp>
        <p:nvSpPr>
          <p:cNvPr id="47" name="TextBox 46"/>
          <p:cNvSpPr txBox="1"/>
          <p:nvPr/>
        </p:nvSpPr>
        <p:spPr>
          <a:xfrm>
            <a:off x="8846820" y="5141523"/>
            <a:ext cx="3291840" cy="861774"/>
          </a:xfrm>
          <a:prstGeom prst="rect">
            <a:avLst/>
          </a:prstGeom>
          <a:noFill/>
        </p:spPr>
        <p:txBody>
          <a:bodyPr wrap="square">
            <a:spAutoFit/>
          </a:bodyPr>
          <a:lstStyle/>
          <a:p>
            <a:pPr algn="l">
              <a:spcBef>
                <a:spcPts val="300"/>
              </a:spcBef>
            </a:pPr>
            <a:r>
              <a:rPr sz="1500" dirty="0">
                <a:solidFill>
                  <a:srgbClr val="CCE5FF"/>
                </a:solidFill>
              </a:rPr>
              <a:t>•  FGSM: 32.</a:t>
            </a:r>
            <a:r>
              <a:rPr lang="en-US" sz="1500" dirty="0">
                <a:solidFill>
                  <a:srgbClr val="CCE5FF"/>
                </a:solidFill>
              </a:rPr>
              <a:t>6</a:t>
            </a:r>
            <a:r>
              <a:rPr sz="1500" dirty="0">
                <a:solidFill>
                  <a:srgbClr val="CCE5FF"/>
                </a:solidFill>
              </a:rPr>
              <a:t>%  (weakest)</a:t>
            </a:r>
          </a:p>
          <a:p>
            <a:pPr algn="l">
              <a:spcBef>
                <a:spcPts val="300"/>
              </a:spcBef>
            </a:pPr>
            <a:r>
              <a:rPr sz="1500" dirty="0">
                <a:solidFill>
                  <a:srgbClr val="CCE5FF"/>
                </a:solidFill>
              </a:rPr>
              <a:t>•  MI-FGSM: 61.5%  (second)</a:t>
            </a:r>
          </a:p>
          <a:p>
            <a:pPr algn="l">
              <a:spcBef>
                <a:spcPts val="300"/>
              </a:spcBef>
            </a:pPr>
            <a:r>
              <a:rPr sz="1500" dirty="0">
                <a:solidFill>
                  <a:srgbClr val="CCE5FF"/>
                </a:solidFill>
              </a:rPr>
              <a:t>•  I-FGSM/PGD: 70.8%  (strongest)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457200" y="164592"/>
            <a:ext cx="10972800" cy="685800"/>
          </a:xfrm>
          <a:prstGeom prst="rect">
            <a:avLst/>
          </a:prstGeom>
          <a:noFill/>
        </p:spPr>
        <p:txBody>
          <a:bodyPr wrap="square">
            <a:spAutoFit/>
          </a:bodyPr>
          <a:lstStyle/>
          <a:p>
            <a:pPr algn="l"/>
            <a:r>
              <a:rPr sz="3000" b="1" i="0">
                <a:solidFill>
                  <a:srgbClr val="00C2FF"/>
                </a:solidFill>
              </a:rPr>
              <a:t>Key Takeaways</a:t>
            </a:r>
          </a:p>
        </p:txBody>
      </p:sp>
      <p:sp>
        <p:nvSpPr>
          <p:cNvPr id="6" name="Rectangle 5"/>
          <p:cNvSpPr/>
          <p:nvPr/>
        </p:nvSpPr>
        <p:spPr>
          <a:xfrm>
            <a:off x="457200" y="1097280"/>
            <a:ext cx="118872" cy="1188720"/>
          </a:xfrm>
          <a:prstGeom prst="rect">
            <a:avLst/>
          </a:prstGeom>
          <a:solidFill>
            <a:srgbClr val="FF4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04088" y="1161288"/>
            <a:ext cx="10698480" cy="438912"/>
          </a:xfrm>
          <a:prstGeom prst="rect">
            <a:avLst/>
          </a:prstGeom>
          <a:noFill/>
        </p:spPr>
        <p:txBody>
          <a:bodyPr wrap="square">
            <a:spAutoFit/>
          </a:bodyPr>
          <a:lstStyle/>
          <a:p>
            <a:pPr algn="l"/>
            <a:r>
              <a:rPr sz="2000" b="1" i="0" dirty="0">
                <a:solidFill>
                  <a:srgbClr val="FF4545"/>
                </a:solidFill>
              </a:rPr>
              <a:t>Accuracy ≠ Robustness</a:t>
            </a:r>
          </a:p>
        </p:txBody>
      </p:sp>
      <p:sp>
        <p:nvSpPr>
          <p:cNvPr id="8" name="TextBox 7"/>
          <p:cNvSpPr txBox="1"/>
          <p:nvPr/>
        </p:nvSpPr>
        <p:spPr>
          <a:xfrm>
            <a:off x="704088" y="1600200"/>
            <a:ext cx="10698480" cy="1077218"/>
          </a:xfrm>
          <a:prstGeom prst="rect">
            <a:avLst/>
          </a:prstGeom>
          <a:noFill/>
        </p:spPr>
        <p:txBody>
          <a:bodyPr wrap="square">
            <a:spAutoFit/>
          </a:bodyPr>
          <a:lstStyle/>
          <a:p>
            <a:pPr algn="l"/>
            <a:r>
              <a:rPr lang="en-US" sz="1600" b="0" i="0" dirty="0">
                <a:solidFill>
                  <a:srgbClr val="CCE5FF"/>
                </a:solidFill>
              </a:rPr>
              <a:t>The CNN gets 99.1% of images right under normal conditions, but a simple one-step attack (FGSM) is enough to fool it 32.6% of the time.</a:t>
            </a:r>
          </a:p>
          <a:p>
            <a:pPr algn="l"/>
            <a:br>
              <a:rPr lang="en-US" sz="1600" b="0" i="0" dirty="0">
                <a:solidFill>
                  <a:srgbClr val="CCE5FF"/>
                </a:solidFill>
              </a:rPr>
            </a:br>
            <a:endParaRPr sz="1600" b="0" i="0" dirty="0">
              <a:solidFill>
                <a:srgbClr val="CCE5FF"/>
              </a:solidFill>
            </a:endParaRPr>
          </a:p>
        </p:txBody>
      </p:sp>
      <p:sp>
        <p:nvSpPr>
          <p:cNvPr id="10" name="Rectangle 9"/>
          <p:cNvSpPr/>
          <p:nvPr/>
        </p:nvSpPr>
        <p:spPr>
          <a:xfrm>
            <a:off x="457200" y="2414016"/>
            <a:ext cx="118872" cy="1188720"/>
          </a:xfrm>
          <a:prstGeom prst="rect">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04088" y="2478024"/>
            <a:ext cx="10698480" cy="438912"/>
          </a:xfrm>
          <a:prstGeom prst="rect">
            <a:avLst/>
          </a:prstGeom>
          <a:noFill/>
        </p:spPr>
        <p:txBody>
          <a:bodyPr wrap="square">
            <a:spAutoFit/>
          </a:bodyPr>
          <a:lstStyle/>
          <a:p>
            <a:pPr algn="l"/>
            <a:r>
              <a:rPr sz="2000" b="1" i="0" dirty="0">
                <a:solidFill>
                  <a:srgbClr val="4CAF50"/>
                </a:solidFill>
              </a:rPr>
              <a:t>Iterative attacks are far stronger than single-step</a:t>
            </a:r>
          </a:p>
        </p:txBody>
      </p:sp>
      <p:sp>
        <p:nvSpPr>
          <p:cNvPr id="12" name="TextBox 11"/>
          <p:cNvSpPr txBox="1"/>
          <p:nvPr/>
        </p:nvSpPr>
        <p:spPr>
          <a:xfrm>
            <a:off x="704088" y="2916936"/>
            <a:ext cx="10698480" cy="584775"/>
          </a:xfrm>
          <a:prstGeom prst="rect">
            <a:avLst/>
          </a:prstGeom>
          <a:noFill/>
        </p:spPr>
        <p:txBody>
          <a:bodyPr wrap="square">
            <a:spAutoFit/>
          </a:bodyPr>
          <a:lstStyle/>
          <a:p>
            <a:pPr algn="l"/>
            <a:r>
              <a:rPr lang="en-US" sz="1600" b="0" i="0" dirty="0">
                <a:solidFill>
                  <a:srgbClr val="CCE5FF"/>
                </a:solidFill>
              </a:rPr>
              <a:t>FGSM takes one step and gets 32.6% success. I-FGSM/PGD repeats that step 50 times with small, controlled adjustments and reaches 70.8%. More steps means a much more damaging attack.</a:t>
            </a:r>
            <a:endParaRPr sz="1600" b="0" i="0" dirty="0">
              <a:solidFill>
                <a:srgbClr val="CCE5FF"/>
              </a:solidFill>
            </a:endParaRPr>
          </a:p>
        </p:txBody>
      </p:sp>
      <p:sp>
        <p:nvSpPr>
          <p:cNvPr id="14" name="Rectangle 13"/>
          <p:cNvSpPr/>
          <p:nvPr/>
        </p:nvSpPr>
        <p:spPr>
          <a:xfrm>
            <a:off x="457200" y="3730752"/>
            <a:ext cx="118872" cy="118872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04088" y="3794760"/>
            <a:ext cx="10698480" cy="438912"/>
          </a:xfrm>
          <a:prstGeom prst="rect">
            <a:avLst/>
          </a:prstGeom>
          <a:noFill/>
        </p:spPr>
        <p:txBody>
          <a:bodyPr wrap="square">
            <a:spAutoFit/>
          </a:bodyPr>
          <a:lstStyle/>
          <a:p>
            <a:pPr algn="l"/>
            <a:r>
              <a:rPr sz="2000" b="1" i="0">
                <a:solidFill>
                  <a:srgbClr val="FF9933"/>
                </a:solidFill>
              </a:rPr>
              <a:t>Random initialisation is the decisive factor here</a:t>
            </a:r>
          </a:p>
        </p:txBody>
      </p:sp>
      <p:sp>
        <p:nvSpPr>
          <p:cNvPr id="16" name="TextBox 15"/>
          <p:cNvSpPr txBox="1"/>
          <p:nvPr/>
        </p:nvSpPr>
        <p:spPr>
          <a:xfrm>
            <a:off x="704088" y="4233672"/>
            <a:ext cx="10698480" cy="584775"/>
          </a:xfrm>
          <a:prstGeom prst="rect">
            <a:avLst/>
          </a:prstGeom>
          <a:noFill/>
        </p:spPr>
        <p:txBody>
          <a:bodyPr wrap="square">
            <a:spAutoFit/>
          </a:bodyPr>
          <a:lstStyle/>
          <a:p>
            <a:pPr algn="l"/>
            <a:r>
              <a:rPr lang="en-US" sz="1600" b="0" i="0" dirty="0">
                <a:solidFill>
                  <a:srgbClr val="CCE5FF"/>
                </a:solidFill>
              </a:rPr>
              <a:t>PGD (70.8%) beats MI-FGSM (61.5%) because it starts from a random point before iterating. Starting from different spots helps it explore more of the attack space and find stronger perturbations than momentum alone.</a:t>
            </a:r>
            <a:endParaRPr sz="1600" b="0" i="0" dirty="0">
              <a:solidFill>
                <a:srgbClr val="CCE5FF"/>
              </a:solidFill>
            </a:endParaRPr>
          </a:p>
        </p:txBody>
      </p:sp>
      <p:sp>
        <p:nvSpPr>
          <p:cNvPr id="18" name="Rectangle 17"/>
          <p:cNvSpPr/>
          <p:nvPr/>
        </p:nvSpPr>
        <p:spPr>
          <a:xfrm>
            <a:off x="457200" y="5047488"/>
            <a:ext cx="118872" cy="1188720"/>
          </a:xfrm>
          <a:prstGeom prst="rect">
            <a:avLst/>
          </a:prstGeom>
          <a:solidFill>
            <a:srgbClr val="00C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04088" y="5111496"/>
            <a:ext cx="10698480" cy="400110"/>
          </a:xfrm>
          <a:prstGeom prst="rect">
            <a:avLst/>
          </a:prstGeom>
          <a:noFill/>
        </p:spPr>
        <p:txBody>
          <a:bodyPr wrap="square">
            <a:spAutoFit/>
          </a:bodyPr>
          <a:lstStyle/>
          <a:p>
            <a:pPr algn="l"/>
            <a:r>
              <a:rPr sz="2000" b="1" i="0" dirty="0">
                <a:solidFill>
                  <a:srgbClr val="00C2FF"/>
                </a:solidFill>
              </a:rPr>
              <a:t>Defen</a:t>
            </a:r>
            <a:r>
              <a:rPr lang="en-US" sz="2000" b="1" i="0" dirty="0">
                <a:solidFill>
                  <a:srgbClr val="00C2FF"/>
                </a:solidFill>
              </a:rPr>
              <a:t>s</a:t>
            </a:r>
            <a:r>
              <a:rPr sz="2000" b="1" i="0" dirty="0">
                <a:solidFill>
                  <a:srgbClr val="00C2FF"/>
                </a:solidFill>
              </a:rPr>
              <a:t>e is necessary</a:t>
            </a:r>
          </a:p>
        </p:txBody>
      </p:sp>
      <p:sp>
        <p:nvSpPr>
          <p:cNvPr id="20" name="TextBox 19"/>
          <p:cNvSpPr txBox="1"/>
          <p:nvPr/>
        </p:nvSpPr>
        <p:spPr>
          <a:xfrm>
            <a:off x="704088" y="5550408"/>
            <a:ext cx="10698480" cy="584775"/>
          </a:xfrm>
          <a:prstGeom prst="rect">
            <a:avLst/>
          </a:prstGeom>
          <a:noFill/>
        </p:spPr>
        <p:txBody>
          <a:bodyPr wrap="square">
            <a:spAutoFit/>
          </a:bodyPr>
          <a:lstStyle/>
          <a:p>
            <a:r>
              <a:rPr lang="en-US" sz="1600" b="0" i="0" dirty="0">
                <a:solidFill>
                  <a:srgbClr val="CCE5FF"/>
                </a:solidFill>
              </a:rPr>
              <a:t>A model with 99% clean accuracy can still be easily fooled. To build a truly robust model, it needs to be trained on adversarial examples, or protected with other defense techniques like input filtering.</a:t>
            </a:r>
            <a:endParaRPr sz="1600" b="0" i="0" dirty="0">
              <a:solidFill>
                <a:srgbClr val="CCE5FF"/>
              </a:solidFill>
            </a:endParaRPr>
          </a:p>
        </p:txBody>
      </p:sp>
    </p:spTree>
  </p:cSld>
  <p:clrMapOvr>
    <a:masterClrMapping/>
  </p:clrMapOvr>
</p:sld>
</file>

<file path=ppt/theme/_rels/theme3.xml.rels><?xml version="1.0" encoding="UTF-8" standalone="yes"?>
<Relationships xmlns="http://schemas.openxmlformats.org/package/2006/relationships"><Relationship Id="rId1" Type="http://schemas.openxmlformats.org/officeDocument/2006/relationships/image" Target="../media/image7.jpeg"/></Relationships>
</file>

<file path=ppt/theme/theme1.xml><?xml version="1.0" encoding="utf-8"?>
<a:theme xmlns:a="http://schemas.openxmlformats.org/drawingml/2006/main" name="ABC IT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ABC IT Theme" id="{68813CA9-BD29-B34D-B09E-2DE15544D98F}" vid="{BE4E2A01-59AE-2C4D-B034-7BE723C593A5}"/>
    </a:ext>
  </a:extLst>
</a:theme>
</file>

<file path=ppt/theme/theme2.xml><?xml version="1.0" encoding="utf-8"?>
<a:theme xmlns:a="http://schemas.openxmlformats.org/drawingml/2006/main" name="Title Slid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ABC IT Slides - Master Template (1)" id="{565A1239-C856-FD4A-BD42-27E3A4B3E057}" vid="{E8778F80-16FE-C140-AF93-77F4E2DDBF27}"/>
    </a:ext>
  </a:extLst>
</a:theme>
</file>

<file path=ppt/theme/theme3.xml><?xml version="1.0" encoding="utf-8"?>
<a:theme xmlns:a="http://schemas.openxmlformats.org/drawingml/2006/main" name="Celestial">
  <a:themeElements>
    <a:clrScheme name="Celestial">
      <a:dk1>
        <a:sysClr val="windowText" lastClr="000000"/>
      </a:dk1>
      <a:lt1>
        <a:sysClr val="window" lastClr="FFFFFF"/>
      </a:lt1>
      <a:dk2>
        <a:srgbClr val="18276C"/>
      </a:dk2>
      <a:lt2>
        <a:srgbClr val="EBEBEB"/>
      </a:lt2>
      <a:accent1>
        <a:srgbClr val="AC3EC1"/>
      </a:accent1>
      <a:accent2>
        <a:srgbClr val="477BD1"/>
      </a:accent2>
      <a:accent3>
        <a:srgbClr val="46B298"/>
      </a:accent3>
      <a:accent4>
        <a:srgbClr val="90BA4C"/>
      </a:accent4>
      <a:accent5>
        <a:srgbClr val="DD9D31"/>
      </a:accent5>
      <a:accent6>
        <a:srgbClr val="E25247"/>
      </a:accent6>
      <a:hlink>
        <a:srgbClr val="C573D2"/>
      </a:hlink>
      <a:folHlink>
        <a:srgbClr val="CCAEE8"/>
      </a:folHlink>
    </a:clrScheme>
    <a:fontScheme name="Celestial">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elestial">
      <a:fillStyleLst>
        <a:solidFill>
          <a:schemeClr val="phClr"/>
        </a:solidFill>
        <a:gradFill rotWithShape="1">
          <a:gsLst>
            <a:gs pos="0">
              <a:schemeClr val="phClr">
                <a:tint val="70000"/>
                <a:lumMod val="110000"/>
              </a:schemeClr>
            </a:gs>
            <a:gs pos="100000">
              <a:schemeClr val="phClr">
                <a:tint val="82000"/>
                <a:alpha val="74000"/>
              </a:schemeClr>
            </a:gs>
          </a:gsLst>
          <a:lin ang="5400000" scaled="0"/>
        </a:gradFill>
        <a:gradFill rotWithShape="1">
          <a:gsLst>
            <a:gs pos="0">
              <a:schemeClr val="phClr">
                <a:tint val="98000"/>
                <a:lumMod val="100000"/>
              </a:schemeClr>
            </a:gs>
            <a:gs pos="100000">
              <a:schemeClr val="phClr">
                <a:shade val="88000"/>
                <a:lumMod val="88000"/>
              </a:schemeClr>
            </a:gs>
          </a:gsLst>
          <a:lin ang="5400000" scaled="1"/>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50800" dist="38100" dir="5400000" rotWithShape="0">
              <a:srgbClr val="000000">
                <a:alpha val="35000"/>
              </a:srgbClr>
            </a:outerShdw>
          </a:effectLst>
        </a:effectStyle>
        <a:effectStyle>
          <a:effectLst>
            <a:outerShdw blurRad="63500" dist="38100" dir="5400000" rotWithShape="0">
              <a:srgbClr val="000000">
                <a:alpha val="65000"/>
              </a:srgbClr>
            </a:outerShdw>
          </a:effectLst>
          <a:scene3d>
            <a:camera prst="orthographicFront">
              <a:rot lat="0" lon="0" rev="0"/>
            </a:camera>
            <a:lightRig rig="threePt" dir="tl">
              <a:rot lat="0" lon="0" rev="1200000"/>
            </a:lightRig>
          </a:scene3d>
          <a:sp3d>
            <a:bevelT w="38100" h="12700"/>
          </a:sp3d>
        </a:effectStyle>
      </a:effectStyleLst>
      <a:bgFillStyleLst>
        <a:solidFill>
          <a:schemeClr val="phClr"/>
        </a:solidFill>
        <a:gradFill rotWithShape="1">
          <a:gsLst>
            <a:gs pos="0">
              <a:schemeClr val="phClr">
                <a:tint val="90000"/>
                <a:shade val="96000"/>
                <a:hueMod val="100000"/>
                <a:satMod val="180000"/>
                <a:lumMod val="110000"/>
              </a:schemeClr>
            </a:gs>
            <a:gs pos="100000">
              <a:schemeClr val="phClr">
                <a:shade val="96000"/>
                <a:satMod val="160000"/>
                <a:lumMod val="100000"/>
              </a:schemeClr>
            </a:gs>
          </a:gsLst>
          <a:lin ang="4740000" scaled="1"/>
        </a:gradFill>
        <a:blipFill>
          <a:blip xmlns:r="http://schemas.openxmlformats.org/officeDocument/2006/relationships" r:embed="rId1"/>
          <a:stretch/>
        </a:blipFill>
      </a:bgFillStyleLst>
    </a:fmtScheme>
  </a:themeElements>
  <a:objectDefaults/>
  <a:extraClrSchemeLst/>
  <a:extLst>
    <a:ext uri="{05A4C25C-085E-4340-85A3-A5531E510DB2}">
      <thm15:themeFamily xmlns:thm15="http://schemas.microsoft.com/office/thememl/2012/main" name="Celestial" id="{C4BB2A3D-0E93-4C5F-B0D2-9D3FCE089CC5}" vid="{42E5908D-19A2-46FD-89FA-638B126129EF}"/>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ABC IT Theme</Template>
  <TotalTime>691</TotalTime>
  <Words>745</Words>
  <Application>Microsoft Macintosh PowerPoint</Application>
  <PresentationFormat>Custom</PresentationFormat>
  <Paragraphs>92</Paragraphs>
  <Slides>6</Slides>
  <Notes>2</Notes>
  <HiddenSlides>0</HiddenSlides>
  <MMClips>0</MMClips>
  <ScaleCrop>false</ScaleCrop>
  <HeadingPairs>
    <vt:vector size="6" baseType="variant">
      <vt:variant>
        <vt:lpstr>Fonts Used</vt:lpstr>
      </vt:variant>
      <vt:variant>
        <vt:i4>5</vt:i4>
      </vt:variant>
      <vt:variant>
        <vt:lpstr>Theme</vt:lpstr>
      </vt:variant>
      <vt:variant>
        <vt:i4>3</vt:i4>
      </vt:variant>
      <vt:variant>
        <vt:lpstr>Slide Titles</vt:lpstr>
      </vt:variant>
      <vt:variant>
        <vt:i4>6</vt:i4>
      </vt:variant>
    </vt:vector>
  </HeadingPairs>
  <TitlesOfParts>
    <vt:vector size="14" baseType="lpstr">
      <vt:lpstr>Aptos</vt:lpstr>
      <vt:lpstr>Arial</vt:lpstr>
      <vt:lpstr>Calibri</vt:lpstr>
      <vt:lpstr>Calibri Light</vt:lpstr>
      <vt:lpstr>Wingdings</vt:lpstr>
      <vt:lpstr>ABC IT Theme</vt:lpstr>
      <vt:lpstr>Title Slide</vt:lpstr>
      <vt:lpstr>Celestial</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Ziru Xu</cp:lastModifiedBy>
  <cp:revision>10</cp:revision>
  <dcterms:created xsi:type="dcterms:W3CDTF">2013-01-27T09:14:16Z</dcterms:created>
  <dcterms:modified xsi:type="dcterms:W3CDTF">2026-05-30T19:05:27Z</dcterms:modified>
  <cp:category/>
</cp:coreProperties>
</file>